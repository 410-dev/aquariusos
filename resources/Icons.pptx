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304" r:id="rId2"/>
    <p:sldId id="310" r:id="rId3"/>
    <p:sldId id="305" r:id="rId4"/>
    <p:sldId id="306" r:id="rId5"/>
    <p:sldId id="320" r:id="rId6"/>
    <p:sldId id="318" r:id="rId7"/>
    <p:sldId id="298" r:id="rId8"/>
    <p:sldId id="311" r:id="rId9"/>
    <p:sldId id="315" r:id="rId10"/>
    <p:sldId id="314" r:id="rId11"/>
    <p:sldId id="322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A1E"/>
    <a:srgbClr val="150513"/>
    <a:srgbClr val="00153E"/>
    <a:srgbClr val="1B071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50"/>
    <p:restoredTop sz="94664"/>
  </p:normalViewPr>
  <p:slideViewPr>
    <p:cSldViewPr snapToGrid="0">
      <p:cViewPr>
        <p:scale>
          <a:sx n="100" d="100"/>
          <a:sy n="100" d="100"/>
        </p:scale>
        <p:origin x="58" y="-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9D967-561F-47BD-994C-F8898A262F1B}" type="datetimeFigureOut">
              <a:rPr lang="ko-KR" altLang="en-US" smtClean="0"/>
              <a:t>2026-02-07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A65C8A-2381-4ACB-BCF5-08FACB8BFA7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072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592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5296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90275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9138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717567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369654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6130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3855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2659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07397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51064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C63C116-713F-0149-B71F-9379DC7A2FA2}" type="datetimeFigureOut">
              <a:rPr kumimoji="1" lang="ko-KR" altLang="en-US" smtClean="0"/>
              <a:t>2026-02-07</a:t>
            </a:fld>
            <a:endParaRPr kumimoji="1"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5FDF8BE-CE68-3840-B9A1-44D9EADC8084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777160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973EC-6BC5-D504-7640-110EFFBF6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613C03-591C-6156-1517-657CADA5727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2C5C1CD-D2B9-7DCE-D028-D9B17AB1CD42}"/>
              </a:ext>
            </a:extLst>
          </p:cNvPr>
          <p:cNvSpPr txBox="1"/>
          <p:nvPr/>
        </p:nvSpPr>
        <p:spPr>
          <a:xfrm>
            <a:off x="409407" y="494789"/>
            <a:ext cx="52313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Imaged Ecosystem Boot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56" name="그룹 55">
            <a:extLst>
              <a:ext uri="{FF2B5EF4-FFF2-40B4-BE49-F238E27FC236}">
                <a16:creationId xmlns:a16="http://schemas.microsoft.com/office/drawing/2014/main" id="{EE50F30A-7C08-4E80-079D-EF2B593CFE95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7337433" y="1692026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B996D5C1-E936-FD7B-1A5E-CECF0E15F803}"/>
                </a:ext>
              </a:extLst>
            </p:cNvPr>
            <p:cNvSpPr/>
            <p:nvPr/>
          </p:nvSpPr>
          <p:spPr>
            <a:xfrm>
              <a:off x="7337433" y="1692026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1E255CB-844D-BFC7-C1A9-4BC63C8C1025}"/>
                </a:ext>
              </a:extLst>
            </p:cNvPr>
            <p:cNvSpPr/>
            <p:nvPr/>
          </p:nvSpPr>
          <p:spPr>
            <a:xfrm>
              <a:off x="7669940" y="3819240"/>
              <a:ext cx="2681292" cy="638101"/>
            </a:xfrm>
            <a:prstGeom prst="ellipse">
              <a:avLst/>
            </a:prstGeom>
            <a:gradFill flip="none" rotWithShape="1">
              <a:gsLst>
                <a:gs pos="0">
                  <a:schemeClr val="bg1">
                    <a:lumMod val="85000"/>
                    <a:lumOff val="15000"/>
                  </a:schemeClr>
                </a:gs>
                <a:gs pos="65000">
                  <a:schemeClr val="dk1">
                    <a:tint val="44500"/>
                    <a:satMod val="160000"/>
                  </a:schemeClr>
                </a:gs>
                <a:gs pos="100000">
                  <a:schemeClr val="dk1">
                    <a:tint val="23500"/>
                    <a:satMod val="160000"/>
                  </a:schemeClr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1405A1E6-292B-3953-78D9-CAFA2CBE9EBC}"/>
                </a:ext>
              </a:extLst>
            </p:cNvPr>
            <p:cNvSpPr/>
            <p:nvPr/>
          </p:nvSpPr>
          <p:spPr>
            <a:xfrm>
              <a:off x="8596878" y="4018469"/>
              <a:ext cx="827414" cy="237923"/>
            </a:xfrm>
            <a:prstGeom prst="ellipse">
              <a:avLst/>
            </a:prstGeom>
            <a:gradFill flip="none" rotWithShape="1">
              <a:gsLst>
                <a:gs pos="100000">
                  <a:schemeClr val="dk1">
                    <a:tint val="66000"/>
                    <a:satMod val="160000"/>
                  </a:schemeClr>
                </a:gs>
                <a:gs pos="0">
                  <a:schemeClr val="dk1"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5DEA1AB3-FE87-8236-24B3-83CEABE16A4C}"/>
                </a:ext>
              </a:extLst>
            </p:cNvPr>
            <p:cNvSpPr/>
            <p:nvPr/>
          </p:nvSpPr>
          <p:spPr>
            <a:xfrm>
              <a:off x="8737301" y="4073253"/>
              <a:ext cx="546569" cy="130074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E8E5BCC-3797-9DCA-36E3-A6D36F5BAFEF}"/>
                </a:ext>
              </a:extLst>
            </p:cNvPr>
            <p:cNvGrpSpPr/>
            <p:nvPr/>
          </p:nvGrpSpPr>
          <p:grpSpPr>
            <a:xfrm>
              <a:off x="8519112" y="2264472"/>
              <a:ext cx="982945" cy="1394930"/>
              <a:chOff x="6818920" y="2336602"/>
              <a:chExt cx="810413" cy="1804736"/>
            </a:xfrm>
            <a:gradFill>
              <a:gsLst>
                <a:gs pos="76000">
                  <a:srgbClr val="0070C0"/>
                </a:gs>
                <a:gs pos="0">
                  <a:srgbClr val="00B050"/>
                </a:gs>
              </a:gsLst>
              <a:lin ang="5400000" scaled="1"/>
            </a:gradFill>
          </p:grpSpPr>
          <p:sp>
            <p:nvSpPr>
              <p:cNvPr id="26" name="화살표: 갈매기형 수장 25">
                <a:extLst>
                  <a:ext uri="{FF2B5EF4-FFF2-40B4-BE49-F238E27FC236}">
                    <a16:creationId xmlns:a16="http://schemas.microsoft.com/office/drawing/2014/main" id="{A2772FD9-D942-E98D-B48E-0A7BC4D47C06}"/>
                  </a:ext>
                </a:extLst>
              </p:cNvPr>
              <p:cNvSpPr/>
              <p:nvPr/>
            </p:nvSpPr>
            <p:spPr>
              <a:xfrm rot="16200000">
                <a:off x="6897575" y="3409580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0" name="화살표: 갈매기형 수장 49">
                <a:extLst>
                  <a:ext uri="{FF2B5EF4-FFF2-40B4-BE49-F238E27FC236}">
                    <a16:creationId xmlns:a16="http://schemas.microsoft.com/office/drawing/2014/main" id="{7DF6F9FA-2D73-4D19-841C-95925A91BEBC}"/>
                  </a:ext>
                </a:extLst>
              </p:cNvPr>
              <p:cNvSpPr/>
              <p:nvPr/>
            </p:nvSpPr>
            <p:spPr>
              <a:xfrm rot="16200000">
                <a:off x="6897575" y="2257947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2" name="화살표: 갈매기형 수장 51">
                <a:extLst>
                  <a:ext uri="{FF2B5EF4-FFF2-40B4-BE49-F238E27FC236}">
                    <a16:creationId xmlns:a16="http://schemas.microsoft.com/office/drawing/2014/main" id="{F24CE16B-BA8E-8E1A-CCE6-AC00F1252277}"/>
                  </a:ext>
                </a:extLst>
              </p:cNvPr>
              <p:cNvSpPr/>
              <p:nvPr/>
            </p:nvSpPr>
            <p:spPr>
              <a:xfrm rot="16200000">
                <a:off x="6897575" y="2835498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2263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32612-BE91-A517-2049-E15FB944A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C69D4F-9FE1-69B5-6754-401601D4CD4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026AC4B-6CB2-A9D8-EE75-C06F0203BAAF}"/>
              </a:ext>
            </a:extLst>
          </p:cNvPr>
          <p:cNvSpPr txBox="1"/>
          <p:nvPr/>
        </p:nvSpPr>
        <p:spPr>
          <a:xfrm>
            <a:off x="409407" y="494789"/>
            <a:ext cx="33001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Registry Editor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C41290E-F07C-43B6-4E63-13C1E5850FF4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9B5A79A8-FA71-A977-AE69-F8E38C70B6BE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FCBE7A18-6A38-F822-3DCA-13626368AB35}"/>
                </a:ext>
              </a:extLst>
            </p:cNvPr>
            <p:cNvGrpSpPr/>
            <p:nvPr/>
          </p:nvGrpSpPr>
          <p:grpSpPr>
            <a:xfrm>
              <a:off x="5062332" y="2511286"/>
              <a:ext cx="2067335" cy="2087281"/>
              <a:chOff x="5062332" y="2511286"/>
              <a:chExt cx="2067335" cy="2087281"/>
            </a:xfrm>
            <a:gradFill flip="none" rotWithShape="1">
              <a:gsLst>
                <a:gs pos="2000">
                  <a:srgbClr val="00B0F0"/>
                </a:gs>
                <a:gs pos="100000">
                  <a:srgbClr val="002060"/>
                </a:gs>
              </a:gsLst>
              <a:lin ang="2700000" scaled="1"/>
              <a:tileRect/>
            </a:gradFill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12C81D49-7B45-2BC9-8870-4D6ED191C316}"/>
                  </a:ext>
                </a:extLst>
              </p:cNvPr>
              <p:cNvSpPr/>
              <p:nvPr/>
            </p:nvSpPr>
            <p:spPr>
              <a:xfrm>
                <a:off x="5062332" y="2511288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7645157E-F321-4734-F56E-40B68830809A}"/>
                  </a:ext>
                </a:extLst>
              </p:cNvPr>
              <p:cNvSpPr/>
              <p:nvPr/>
            </p:nvSpPr>
            <p:spPr>
              <a:xfrm>
                <a:off x="5811078" y="2511287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24B66719-8893-B583-2C22-D145B3FF7F67}"/>
                  </a:ext>
                </a:extLst>
              </p:cNvPr>
              <p:cNvSpPr/>
              <p:nvPr/>
            </p:nvSpPr>
            <p:spPr>
              <a:xfrm>
                <a:off x="6559824" y="2511286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AC5C308E-0CE4-A055-FFB1-555369AD6574}"/>
                  </a:ext>
                </a:extLst>
              </p:cNvPr>
              <p:cNvSpPr/>
              <p:nvPr/>
            </p:nvSpPr>
            <p:spPr>
              <a:xfrm>
                <a:off x="5062332" y="3270006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761E52FE-D607-602A-CA7E-C64FFCE2102E}"/>
                  </a:ext>
                </a:extLst>
              </p:cNvPr>
              <p:cNvSpPr/>
              <p:nvPr/>
            </p:nvSpPr>
            <p:spPr>
              <a:xfrm>
                <a:off x="5811078" y="3270005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11772714-A81E-4E9A-BC29-C2C314745712}"/>
                  </a:ext>
                </a:extLst>
              </p:cNvPr>
              <p:cNvSpPr/>
              <p:nvPr/>
            </p:nvSpPr>
            <p:spPr>
              <a:xfrm>
                <a:off x="6559824" y="3270004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6BF87D37-BACA-B542-0F40-31233BBBDAC3}"/>
                  </a:ext>
                </a:extLst>
              </p:cNvPr>
              <p:cNvSpPr/>
              <p:nvPr/>
            </p:nvSpPr>
            <p:spPr>
              <a:xfrm>
                <a:off x="5062332" y="4028724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FE32D2AE-C21B-C138-8752-54ADDE7DD444}"/>
                  </a:ext>
                </a:extLst>
              </p:cNvPr>
              <p:cNvSpPr/>
              <p:nvPr/>
            </p:nvSpPr>
            <p:spPr>
              <a:xfrm>
                <a:off x="5811078" y="4028723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64305325-AF71-D12D-AFB7-BB6FE91126A3}"/>
                  </a:ext>
                </a:extLst>
              </p:cNvPr>
              <p:cNvSpPr/>
              <p:nvPr/>
            </p:nvSpPr>
            <p:spPr>
              <a:xfrm>
                <a:off x="6559824" y="4028722"/>
                <a:ext cx="569843" cy="56984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884A4E25-6585-7EAC-B4D4-C33054E1CECE}"/>
                  </a:ext>
                </a:extLst>
              </p:cNvPr>
              <p:cNvGrpSpPr/>
              <p:nvPr/>
            </p:nvGrpSpPr>
            <p:grpSpPr>
              <a:xfrm>
                <a:off x="5311253" y="2796207"/>
                <a:ext cx="1533492" cy="1556811"/>
                <a:chOff x="5280992" y="2826467"/>
                <a:chExt cx="1533492" cy="1556811"/>
              </a:xfrm>
              <a:grpFill/>
            </p:grpSpPr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1F96F386-451E-2F21-A956-63F930D75644}"/>
                    </a:ext>
                  </a:extLst>
                </p:cNvPr>
                <p:cNvSpPr/>
                <p:nvPr/>
              </p:nvSpPr>
              <p:spPr>
                <a:xfrm>
                  <a:off x="5280992" y="2907242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2AF15042-3106-FC3E-E04F-41C54497EF11}"/>
                    </a:ext>
                  </a:extLst>
                </p:cNvPr>
                <p:cNvSpPr/>
                <p:nvPr/>
              </p:nvSpPr>
              <p:spPr>
                <a:xfrm>
                  <a:off x="6029738" y="3649364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D76D9F93-A84C-FEF7-799A-C8E6389C9384}"/>
                    </a:ext>
                  </a:extLst>
                </p:cNvPr>
                <p:cNvSpPr/>
                <p:nvPr/>
              </p:nvSpPr>
              <p:spPr>
                <a:xfrm rot="16200000">
                  <a:off x="5703627" y="2559546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7EEE7118-30F0-9E64-B4A3-070289AAED47}"/>
                    </a:ext>
                  </a:extLst>
                </p:cNvPr>
                <p:cNvSpPr/>
                <p:nvPr/>
              </p:nvSpPr>
              <p:spPr>
                <a:xfrm rot="16200000">
                  <a:off x="6452372" y="2559545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856F2822-9213-0AD6-1D3F-F82E6DE267E9}"/>
                    </a:ext>
                  </a:extLst>
                </p:cNvPr>
                <p:cNvSpPr/>
                <p:nvPr/>
              </p:nvSpPr>
              <p:spPr>
                <a:xfrm>
                  <a:off x="6778484" y="2963563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4BBAA905-FA58-7701-FF8D-E816450E5EFA}"/>
                    </a:ext>
                  </a:extLst>
                </p:cNvPr>
                <p:cNvSpPr/>
                <p:nvPr/>
              </p:nvSpPr>
              <p:spPr>
                <a:xfrm rot="16200000">
                  <a:off x="5683677" y="3321640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72" name="직사각형 71">
                  <a:extLst>
                    <a:ext uri="{FF2B5EF4-FFF2-40B4-BE49-F238E27FC236}">
                      <a16:creationId xmlns:a16="http://schemas.microsoft.com/office/drawing/2014/main" id="{40530B9A-3CBC-37B0-F8F3-6A322CC640B6}"/>
                    </a:ext>
                  </a:extLst>
                </p:cNvPr>
                <p:cNvSpPr/>
                <p:nvPr/>
              </p:nvSpPr>
              <p:spPr>
                <a:xfrm rot="16200000">
                  <a:off x="5637366" y="4080356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745BC66E-F383-17EC-B562-329B0FD13322}"/>
                    </a:ext>
                  </a:extLst>
                </p:cNvPr>
                <p:cNvSpPr/>
                <p:nvPr/>
              </p:nvSpPr>
              <p:spPr>
                <a:xfrm rot="16200000">
                  <a:off x="6386111" y="4080355"/>
                  <a:ext cx="36000" cy="569843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</p:grpSp>
        <p:pic>
          <p:nvPicPr>
            <p:cNvPr id="6" name="그림 5" descr="블랙, 어둠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9BF487B-8BF5-8D21-6F76-32652A28F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</a:blip>
            <a:srcRect l="30626" t="30796" r="30626" b="30002"/>
            <a:stretch>
              <a:fillRect/>
            </a:stretch>
          </p:blipFill>
          <p:spPr>
            <a:xfrm>
              <a:off x="6362372" y="3619104"/>
              <a:ext cx="1245330" cy="12599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2333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ACEAF-1940-1F7B-DF7D-BD7A9C535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A122BC-4065-344F-EB60-0F39207814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4D00C7-A431-A72D-9446-7D7A56B8BF19}"/>
              </a:ext>
            </a:extLst>
          </p:cNvPr>
          <p:cNvSpPr txBox="1"/>
          <p:nvPr/>
        </p:nvSpPr>
        <p:spPr>
          <a:xfrm>
            <a:off x="409407" y="494789"/>
            <a:ext cx="6440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CCXT Fetcher / </a:t>
            </a:r>
            <a:r>
              <a:rPr kumimoji="1" lang="en-US" altLang="ko-KR" sz="3200" dirty="0" err="1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CandleFetcher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23E967CA-DB53-7F9C-7B6F-2EE1F489BEC8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F620A83A-47E1-CA7C-5A2C-DCACD17834C9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AFBBBDE-0E91-EB85-BFC6-B5A47EDA9657}"/>
                </a:ext>
              </a:extLst>
            </p:cNvPr>
            <p:cNvGrpSpPr/>
            <p:nvPr/>
          </p:nvGrpSpPr>
          <p:grpSpPr>
            <a:xfrm flipV="1">
              <a:off x="5592319" y="3380759"/>
              <a:ext cx="982945" cy="1394930"/>
              <a:chOff x="6818920" y="2336603"/>
              <a:chExt cx="810413" cy="1804737"/>
            </a:xfrm>
            <a:gradFill>
              <a:gsLst>
                <a:gs pos="76000">
                  <a:srgbClr val="0070C0"/>
                </a:gs>
                <a:gs pos="0">
                  <a:srgbClr val="00B050"/>
                </a:gs>
              </a:gsLst>
              <a:lin ang="5400000" scaled="1"/>
            </a:gradFill>
          </p:grpSpPr>
          <p:sp>
            <p:nvSpPr>
              <p:cNvPr id="26" name="화살표: 갈매기형 수장 25">
                <a:extLst>
                  <a:ext uri="{FF2B5EF4-FFF2-40B4-BE49-F238E27FC236}">
                    <a16:creationId xmlns:a16="http://schemas.microsoft.com/office/drawing/2014/main" id="{643043D6-E168-BDB4-5B69-6DA24D0A6AD3}"/>
                  </a:ext>
                </a:extLst>
              </p:cNvPr>
              <p:cNvSpPr/>
              <p:nvPr/>
            </p:nvSpPr>
            <p:spPr>
              <a:xfrm rot="16200000">
                <a:off x="6897575" y="3409582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0" name="화살표: 갈매기형 수장 49">
                <a:extLst>
                  <a:ext uri="{FF2B5EF4-FFF2-40B4-BE49-F238E27FC236}">
                    <a16:creationId xmlns:a16="http://schemas.microsoft.com/office/drawing/2014/main" id="{4F2D545E-6F59-0B85-3688-8DAA54231E62}"/>
                  </a:ext>
                </a:extLst>
              </p:cNvPr>
              <p:cNvSpPr/>
              <p:nvPr/>
            </p:nvSpPr>
            <p:spPr>
              <a:xfrm rot="16200000">
                <a:off x="6897575" y="2257948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2" name="화살표: 갈매기형 수장 51">
                <a:extLst>
                  <a:ext uri="{FF2B5EF4-FFF2-40B4-BE49-F238E27FC236}">
                    <a16:creationId xmlns:a16="http://schemas.microsoft.com/office/drawing/2014/main" id="{3229B52C-DAB0-D003-E729-B7CA232C8DC1}"/>
                  </a:ext>
                </a:extLst>
              </p:cNvPr>
              <p:cNvSpPr/>
              <p:nvPr/>
            </p:nvSpPr>
            <p:spPr>
              <a:xfrm rot="16200000">
                <a:off x="6897575" y="2835498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4EE17AB4-BB1F-AE5F-3F52-06DCA9A1607C}"/>
                </a:ext>
              </a:extLst>
            </p:cNvPr>
            <p:cNvGrpSpPr/>
            <p:nvPr/>
          </p:nvGrpSpPr>
          <p:grpSpPr>
            <a:xfrm>
              <a:off x="5357190" y="2054773"/>
              <a:ext cx="1477617" cy="1252592"/>
              <a:chOff x="841513" y="2573788"/>
              <a:chExt cx="1683537" cy="1427152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099395E2-9EAB-C6CB-786B-B91C9C481CD4}"/>
                  </a:ext>
                </a:extLst>
              </p:cNvPr>
              <p:cNvGrpSpPr/>
              <p:nvPr/>
            </p:nvGrpSpPr>
            <p:grpSpPr>
              <a:xfrm>
                <a:off x="841513" y="3339547"/>
                <a:ext cx="132516" cy="661393"/>
                <a:chOff x="1232452" y="2577548"/>
                <a:chExt cx="132522" cy="851452"/>
              </a:xfrm>
            </p:grpSpPr>
            <p:cxnSp>
              <p:nvCxnSpPr>
                <p:cNvPr id="6" name="직선 연결선 5">
                  <a:extLst>
                    <a:ext uri="{FF2B5EF4-FFF2-40B4-BE49-F238E27FC236}">
                      <a16:creationId xmlns:a16="http://schemas.microsoft.com/office/drawing/2014/main" id="{423B5DD6-C39C-7C0A-08AD-F9973080DFE0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" name="직사각형 3">
                  <a:extLst>
                    <a:ext uri="{FF2B5EF4-FFF2-40B4-BE49-F238E27FC236}">
                      <a16:creationId xmlns:a16="http://schemas.microsoft.com/office/drawing/2014/main" id="{1CF4A943-8BB2-FCFD-D85C-A8D7C62B69F7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8DFD417A-6F8A-DB30-6B5E-063E3D6A66F7}"/>
                  </a:ext>
                </a:extLst>
              </p:cNvPr>
              <p:cNvGrpSpPr/>
              <p:nvPr/>
            </p:nvGrpSpPr>
            <p:grpSpPr>
              <a:xfrm>
                <a:off x="1040296" y="2915087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11" name="직선 연결선 10">
                  <a:extLst>
                    <a:ext uri="{FF2B5EF4-FFF2-40B4-BE49-F238E27FC236}">
                      <a16:creationId xmlns:a16="http://schemas.microsoft.com/office/drawing/2014/main" id="{08FA0D18-4CB7-D832-5E42-E9E404E7FC9F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0894F36B-3C12-C587-FA0D-CEC9C38DB97F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5554DE13-0117-E0F0-C142-124A2FDEE322}"/>
                  </a:ext>
                </a:extLst>
              </p:cNvPr>
              <p:cNvGrpSpPr/>
              <p:nvPr/>
            </p:nvGrpSpPr>
            <p:grpSpPr>
              <a:xfrm>
                <a:off x="1239088" y="3006820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2734E223-08B0-A8ED-C0F8-775F994D2DD8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직사각형 19">
                  <a:extLst>
                    <a:ext uri="{FF2B5EF4-FFF2-40B4-BE49-F238E27FC236}">
                      <a16:creationId xmlns:a16="http://schemas.microsoft.com/office/drawing/2014/main" id="{68E4B942-160E-FD71-98E5-32BD2F23E0B9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C4F84647-3526-070F-D312-D550984B0AF8}"/>
                  </a:ext>
                </a:extLst>
              </p:cNvPr>
              <p:cNvGrpSpPr/>
              <p:nvPr/>
            </p:nvGrpSpPr>
            <p:grpSpPr>
              <a:xfrm>
                <a:off x="1437857" y="2657591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4199EBB9-7A3C-AB2C-6E4C-D3B1AA3B2E8B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280FF3D4-7624-8E06-0F33-9B4B0277B8E1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836A657E-83F1-3567-7714-56FEA92AF204}"/>
                  </a:ext>
                </a:extLst>
              </p:cNvPr>
              <p:cNvGrpSpPr/>
              <p:nvPr/>
            </p:nvGrpSpPr>
            <p:grpSpPr>
              <a:xfrm>
                <a:off x="1631146" y="3066752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6F1EFE7A-A597-B056-02DB-30BB4C3DF4D5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4E3CD8FB-ECD3-E385-BAE3-D313BD394DB8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4250225B-9308-FE13-1DEA-A6D971B288DB}"/>
                  </a:ext>
                </a:extLst>
              </p:cNvPr>
              <p:cNvGrpSpPr/>
              <p:nvPr/>
            </p:nvGrpSpPr>
            <p:grpSpPr>
              <a:xfrm>
                <a:off x="1812289" y="2861824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29" name="직선 연결선 28">
                  <a:extLst>
                    <a:ext uri="{FF2B5EF4-FFF2-40B4-BE49-F238E27FC236}">
                      <a16:creationId xmlns:a16="http://schemas.microsoft.com/office/drawing/2014/main" id="{9675CACE-B46D-1E44-F646-038340F2B8C7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28C173A8-7927-EBD3-74D2-5F9ED43C9956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31" name="그룹 30">
                <a:extLst>
                  <a:ext uri="{FF2B5EF4-FFF2-40B4-BE49-F238E27FC236}">
                    <a16:creationId xmlns:a16="http://schemas.microsoft.com/office/drawing/2014/main" id="{67CCD4EB-C23B-2BA1-915F-405BA082FA9C}"/>
                  </a:ext>
                </a:extLst>
              </p:cNvPr>
              <p:cNvGrpSpPr/>
              <p:nvPr/>
            </p:nvGrpSpPr>
            <p:grpSpPr>
              <a:xfrm>
                <a:off x="2008939" y="3310218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E8502C62-F0BF-89E6-7C54-3A02AAB4369B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직사각형 32">
                  <a:extLst>
                    <a:ext uri="{FF2B5EF4-FFF2-40B4-BE49-F238E27FC236}">
                      <a16:creationId xmlns:a16="http://schemas.microsoft.com/office/drawing/2014/main" id="{9E274F20-8BF3-A559-6420-D9CCD5851FE7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34" name="그룹 33">
                <a:extLst>
                  <a:ext uri="{FF2B5EF4-FFF2-40B4-BE49-F238E27FC236}">
                    <a16:creationId xmlns:a16="http://schemas.microsoft.com/office/drawing/2014/main" id="{948CD836-754C-5FC9-CA9C-B765DC770469}"/>
                  </a:ext>
                </a:extLst>
              </p:cNvPr>
              <p:cNvGrpSpPr/>
              <p:nvPr/>
            </p:nvGrpSpPr>
            <p:grpSpPr>
              <a:xfrm>
                <a:off x="2182227" y="2915086"/>
                <a:ext cx="132505" cy="669235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ACB459C6-246C-FB98-EF26-84A23F9F8EE4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직사각형 35">
                  <a:extLst>
                    <a:ext uri="{FF2B5EF4-FFF2-40B4-BE49-F238E27FC236}">
                      <a16:creationId xmlns:a16="http://schemas.microsoft.com/office/drawing/2014/main" id="{9EC7AAC7-99AF-2AF9-DFF7-0514FA6AC521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FA65989-7DA7-83F7-6E13-1CB217C5590F}"/>
                  </a:ext>
                </a:extLst>
              </p:cNvPr>
              <p:cNvGrpSpPr/>
              <p:nvPr/>
            </p:nvGrpSpPr>
            <p:grpSpPr>
              <a:xfrm>
                <a:off x="2392547" y="2573788"/>
                <a:ext cx="132503" cy="669235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38" name="직선 연결선 37">
                  <a:extLst>
                    <a:ext uri="{FF2B5EF4-FFF2-40B4-BE49-F238E27FC236}">
                      <a16:creationId xmlns:a16="http://schemas.microsoft.com/office/drawing/2014/main" id="{5F4F6A53-7B1A-F60C-0259-5AC20AE93093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BAEC1817-232E-0392-DECD-1AB78BF0FBE4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99186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B55D4-9CC3-8430-EEA9-F08F8B9C0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2617E32-7422-C427-70FB-C6326862891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4A76B6-F31B-E99A-48D6-EB66ED30083F}"/>
              </a:ext>
            </a:extLst>
          </p:cNvPr>
          <p:cNvSpPr txBox="1"/>
          <p:nvPr/>
        </p:nvSpPr>
        <p:spPr>
          <a:xfrm>
            <a:off x="409407" y="494789"/>
            <a:ext cx="18533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 err="1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AppRun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6E7CC6B3-62D4-533E-B40F-2E9580750F0E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2BDAF41A-75E3-2B89-E9B5-385673FFC395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53EA346F-1FC4-669D-8075-D0B1DE07086B}"/>
                </a:ext>
              </a:extLst>
            </p:cNvPr>
            <p:cNvGrpSpPr/>
            <p:nvPr/>
          </p:nvGrpSpPr>
          <p:grpSpPr>
            <a:xfrm>
              <a:off x="5052389" y="2650434"/>
              <a:ext cx="2087220" cy="1808921"/>
              <a:chOff x="4837044" y="3429000"/>
              <a:chExt cx="2517912" cy="1308652"/>
            </a:xfrm>
            <a:gradFill>
              <a:gsLst>
                <a:gs pos="100000">
                  <a:schemeClr val="accent4">
                    <a:lumMod val="75000"/>
                  </a:schemeClr>
                </a:gs>
                <a:gs pos="0">
                  <a:schemeClr val="accent4">
                    <a:lumMod val="20000"/>
                    <a:lumOff val="80000"/>
                  </a:schemeClr>
                </a:gs>
              </a:gsLst>
              <a:lin ang="4200000" scaled="0"/>
            </a:gradFill>
          </p:grpSpPr>
          <p:sp>
            <p:nvSpPr>
              <p:cNvPr id="5" name="사다리꼴 4">
                <a:extLst>
                  <a:ext uri="{FF2B5EF4-FFF2-40B4-BE49-F238E27FC236}">
                    <a16:creationId xmlns:a16="http://schemas.microsoft.com/office/drawing/2014/main" id="{4ECB7AAC-53C7-8FC4-69E7-D9DA8EE05431}"/>
                  </a:ext>
                </a:extLst>
              </p:cNvPr>
              <p:cNvSpPr/>
              <p:nvPr/>
            </p:nvSpPr>
            <p:spPr>
              <a:xfrm>
                <a:off x="4843669" y="3429000"/>
                <a:ext cx="2504661" cy="357809"/>
              </a:xfrm>
              <a:prstGeom prst="trapezoid">
                <a:avLst>
                  <a:gd name="adj" fmla="val 69444"/>
                </a:avLst>
              </a:prstGeom>
              <a:grpFill/>
              <a:ln>
                <a:solidFill>
                  <a:schemeClr val="bg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BD274C3F-415B-48C9-E990-4BA262AEA5DA}"/>
                  </a:ext>
                </a:extLst>
              </p:cNvPr>
              <p:cNvSpPr/>
              <p:nvPr/>
            </p:nvSpPr>
            <p:spPr>
              <a:xfrm>
                <a:off x="4837044" y="3790122"/>
                <a:ext cx="2517912" cy="947530"/>
              </a:xfrm>
              <a:prstGeom prst="rect">
                <a:avLst/>
              </a:prstGeom>
              <a:grpFill/>
              <a:ln>
                <a:solidFill>
                  <a:schemeClr val="bg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  <p:sp>
          <p:nvSpPr>
            <p:cNvPr id="14" name="사다리꼴 13">
              <a:extLst>
                <a:ext uri="{FF2B5EF4-FFF2-40B4-BE49-F238E27FC236}">
                  <a16:creationId xmlns:a16="http://schemas.microsoft.com/office/drawing/2014/main" id="{B6EEF8A5-67E0-28F1-054B-E1074BDAA7CB}"/>
                </a:ext>
              </a:extLst>
            </p:cNvPr>
            <p:cNvSpPr/>
            <p:nvPr/>
          </p:nvSpPr>
          <p:spPr>
            <a:xfrm>
              <a:off x="5999877" y="2650434"/>
              <a:ext cx="192244" cy="496957"/>
            </a:xfrm>
            <a:prstGeom prst="trapezoid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2" name="순서도: 수동 입력 41">
              <a:extLst>
                <a:ext uri="{FF2B5EF4-FFF2-40B4-BE49-F238E27FC236}">
                  <a16:creationId xmlns:a16="http://schemas.microsoft.com/office/drawing/2014/main" id="{DB2AFF75-53A8-5195-3F29-6AD88F9AFA3F}"/>
                </a:ext>
              </a:extLst>
            </p:cNvPr>
            <p:cNvSpPr/>
            <p:nvPr/>
          </p:nvSpPr>
          <p:spPr>
            <a:xfrm flipV="1">
              <a:off x="5999877" y="3145344"/>
              <a:ext cx="192244" cy="331304"/>
            </a:xfrm>
            <a:prstGeom prst="flowChartManualInpu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BB96EA8-FB99-6CD6-B4AD-C0F88DD36A94}"/>
                </a:ext>
              </a:extLst>
            </p:cNvPr>
            <p:cNvGrpSpPr/>
            <p:nvPr/>
          </p:nvGrpSpPr>
          <p:grpSpPr>
            <a:xfrm>
              <a:off x="5614778" y="3634944"/>
              <a:ext cx="962441" cy="468412"/>
              <a:chOff x="5533319" y="3634944"/>
              <a:chExt cx="962441" cy="468412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55C00417-9564-0C05-3441-E76D87F93085}"/>
                  </a:ext>
                </a:extLst>
              </p:cNvPr>
              <p:cNvGrpSpPr/>
              <p:nvPr/>
            </p:nvGrpSpPr>
            <p:grpSpPr>
              <a:xfrm rot="18900000">
                <a:off x="5533319" y="3634944"/>
                <a:ext cx="386510" cy="386510"/>
                <a:chOff x="1139687" y="2729948"/>
                <a:chExt cx="861391" cy="861391"/>
              </a:xfrm>
              <a:solidFill>
                <a:schemeClr val="tx1"/>
              </a:solidFill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8A8E7F4-0EEB-9D56-3583-11F0D46BF67B}"/>
                    </a:ext>
                  </a:extLst>
                </p:cNvPr>
                <p:cNvSpPr/>
                <p:nvPr/>
              </p:nvSpPr>
              <p:spPr>
                <a:xfrm>
                  <a:off x="1676400" y="2729948"/>
                  <a:ext cx="324678" cy="86139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24427FF9-5CBA-B2D7-5305-CFF4022FB0BD}"/>
                    </a:ext>
                  </a:extLst>
                </p:cNvPr>
                <p:cNvSpPr/>
                <p:nvPr/>
              </p:nvSpPr>
              <p:spPr>
                <a:xfrm rot="16200000">
                  <a:off x="1408044" y="2998304"/>
                  <a:ext cx="324678" cy="86139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4F14FFF9-F1BA-89A0-7B97-6E36D9ECF7E1}"/>
                  </a:ext>
                </a:extLst>
              </p:cNvPr>
              <p:cNvSpPr/>
              <p:nvPr/>
            </p:nvSpPr>
            <p:spPr>
              <a:xfrm rot="16200000">
                <a:off x="6229663" y="3837259"/>
                <a:ext cx="145684" cy="38651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4632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DBAE4-A0E9-B9CD-CA01-0C711C203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6A5C8BD-1FFA-8365-E4B6-B3A1428580D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E8B308-445B-A659-3E4E-FE315F9DD9D9}"/>
              </a:ext>
            </a:extLst>
          </p:cNvPr>
          <p:cNvSpPr txBox="1"/>
          <p:nvPr/>
        </p:nvSpPr>
        <p:spPr>
          <a:xfrm>
            <a:off x="409407" y="494789"/>
            <a:ext cx="32326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Objective</a:t>
            </a:r>
            <a:r>
              <a:rPr kumimoji="1" lang="ko-KR" altLang="en-US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 </a:t>
            </a:r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Shell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E31D68F-8857-B7D9-A387-ED1E9534C7AF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450356E9-3044-D966-F12F-762079AB7E50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7C039733-8C2A-5C1B-20D5-78FBA6F59958}"/>
                </a:ext>
              </a:extLst>
            </p:cNvPr>
            <p:cNvSpPr/>
            <p:nvPr/>
          </p:nvSpPr>
          <p:spPr>
            <a:xfrm>
              <a:off x="4588881" y="2070651"/>
              <a:ext cx="3014235" cy="2968488"/>
            </a:xfrm>
            <a:prstGeom prst="roundRect">
              <a:avLst>
                <a:gd name="adj" fmla="val 11756"/>
              </a:avLst>
            </a:prstGeom>
            <a:gradFill>
              <a:gsLst>
                <a:gs pos="100000">
                  <a:srgbClr val="000000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1FA139F0-C388-F6AD-D315-414B2167399C}"/>
                </a:ext>
              </a:extLst>
            </p:cNvPr>
            <p:cNvSpPr/>
            <p:nvPr/>
          </p:nvSpPr>
          <p:spPr>
            <a:xfrm flipV="1">
              <a:off x="4656964" y="2137702"/>
              <a:ext cx="2878067" cy="2834386"/>
            </a:xfrm>
            <a:prstGeom prst="roundRect">
              <a:avLst>
                <a:gd name="adj" fmla="val 9886"/>
              </a:avLst>
            </a:prstGeom>
            <a:gradFill>
              <a:gsLst>
                <a:gs pos="100000">
                  <a:srgbClr val="000000"/>
                </a:gs>
                <a:gs pos="0">
                  <a:schemeClr val="bg1">
                    <a:lumMod val="85000"/>
                    <a:lumOff val="1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82A4F4-CA6A-F891-5BDD-969D0C26AD2C}"/>
                </a:ext>
              </a:extLst>
            </p:cNvPr>
            <p:cNvGrpSpPr/>
            <p:nvPr/>
          </p:nvGrpSpPr>
          <p:grpSpPr>
            <a:xfrm>
              <a:off x="4828690" y="2331643"/>
              <a:ext cx="1479048" cy="530827"/>
              <a:chOff x="4331733" y="2391277"/>
              <a:chExt cx="1479048" cy="530827"/>
            </a:xfrm>
          </p:grpSpPr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3A786890-7C38-E44D-AE55-FDAACE66F652}"/>
                  </a:ext>
                </a:extLst>
              </p:cNvPr>
              <p:cNvGrpSpPr/>
              <p:nvPr/>
            </p:nvGrpSpPr>
            <p:grpSpPr>
              <a:xfrm rot="18900000">
                <a:off x="4879284" y="2468752"/>
                <a:ext cx="374083" cy="374083"/>
                <a:chOff x="1139687" y="2729948"/>
                <a:chExt cx="861391" cy="861391"/>
              </a:xfrm>
              <a:solidFill>
                <a:schemeClr val="tx1"/>
              </a:solidFill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1C6EB07B-BADE-9AFC-E124-8F6750864EB2}"/>
                    </a:ext>
                  </a:extLst>
                </p:cNvPr>
                <p:cNvSpPr/>
                <p:nvPr/>
              </p:nvSpPr>
              <p:spPr>
                <a:xfrm>
                  <a:off x="1676400" y="2729948"/>
                  <a:ext cx="324678" cy="86139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FB15DEC7-6068-0472-76A1-4471233C879B}"/>
                    </a:ext>
                  </a:extLst>
                </p:cNvPr>
                <p:cNvSpPr/>
                <p:nvPr/>
              </p:nvSpPr>
              <p:spPr>
                <a:xfrm rot="16200000">
                  <a:off x="1408044" y="2998304"/>
                  <a:ext cx="324678" cy="861391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FFF6AC92-43C9-3936-08F3-0B85DC9DAE83}"/>
                  </a:ext>
                </a:extLst>
              </p:cNvPr>
              <p:cNvSpPr/>
              <p:nvPr/>
            </p:nvSpPr>
            <p:spPr>
              <a:xfrm rot="16200000">
                <a:off x="5553240" y="2664562"/>
                <a:ext cx="141000" cy="374083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4" name="원형: 비어 있음 3">
                <a:extLst>
                  <a:ext uri="{FF2B5EF4-FFF2-40B4-BE49-F238E27FC236}">
                    <a16:creationId xmlns:a16="http://schemas.microsoft.com/office/drawing/2014/main" id="{0DDC8D9A-EFAC-0EBD-2B51-B765DE30EC0B}"/>
                  </a:ext>
                </a:extLst>
              </p:cNvPr>
              <p:cNvSpPr/>
              <p:nvPr/>
            </p:nvSpPr>
            <p:spPr>
              <a:xfrm>
                <a:off x="4331733" y="2391277"/>
                <a:ext cx="529033" cy="529033"/>
              </a:xfrm>
              <a:prstGeom prst="donu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88442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97F8D-1E5F-FCA3-EB4C-1087CA8B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F2021A-0CAF-FCDC-D7CB-A61B828282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D85D7E1-3A75-18E8-8E42-D8DFCD376B94}"/>
              </a:ext>
            </a:extLst>
          </p:cNvPr>
          <p:cNvSpPr txBox="1"/>
          <p:nvPr/>
        </p:nvSpPr>
        <p:spPr>
          <a:xfrm>
            <a:off x="409407" y="494789"/>
            <a:ext cx="24865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 err="1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AppBuilder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901F1C0-1D4F-5C20-21AD-3213E10AA8CB}"/>
              </a:ext>
            </a:extLst>
          </p:cNvPr>
          <p:cNvSpPr/>
          <p:nvPr/>
        </p:nvSpPr>
        <p:spPr>
          <a:xfrm>
            <a:off x="4422846" y="1881742"/>
            <a:ext cx="3346307" cy="3346307"/>
          </a:xfrm>
          <a:prstGeom prst="roundRect">
            <a:avLst>
              <a:gd name="adj" fmla="val 13499"/>
            </a:avLst>
          </a:prstGeom>
          <a:gradFill>
            <a:gsLst>
              <a:gs pos="75000">
                <a:schemeClr val="bg1">
                  <a:lumMod val="85000"/>
                  <a:lumOff val="15000"/>
                </a:schemeClr>
              </a:gs>
              <a:gs pos="11000">
                <a:schemeClr val="bg1">
                  <a:lumMod val="65000"/>
                  <a:lumOff val="3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9B687F0-B488-ADCD-6D74-EC92704B3BFF}"/>
              </a:ext>
            </a:extLst>
          </p:cNvPr>
          <p:cNvSpPr/>
          <p:nvPr/>
        </p:nvSpPr>
        <p:spPr>
          <a:xfrm>
            <a:off x="4734338" y="2524538"/>
            <a:ext cx="2723322" cy="2060713"/>
          </a:xfrm>
          <a:prstGeom prst="roundRect">
            <a:avLst/>
          </a:prstGeom>
          <a:gradFill>
            <a:gsLst>
              <a:gs pos="100000">
                <a:srgbClr val="000000"/>
              </a:gs>
              <a:gs pos="0">
                <a:schemeClr val="bg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7387047A-A174-7921-0BF3-DD0278988FD9}"/>
              </a:ext>
            </a:extLst>
          </p:cNvPr>
          <p:cNvSpPr/>
          <p:nvPr/>
        </p:nvSpPr>
        <p:spPr>
          <a:xfrm>
            <a:off x="4790688" y="2590971"/>
            <a:ext cx="2610622" cy="1927846"/>
          </a:xfrm>
          <a:prstGeom prst="roundRect">
            <a:avLst>
              <a:gd name="adj" fmla="val 15470"/>
            </a:avLst>
          </a:prstGeom>
          <a:gradFill>
            <a:gsLst>
              <a:gs pos="0">
                <a:srgbClr val="000000"/>
              </a:gs>
              <a:gs pos="100000">
                <a:schemeClr val="bg1">
                  <a:lumMod val="85000"/>
                  <a:lumOff val="1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7C817A3-30C5-83F2-C9CD-E07183D34D21}"/>
              </a:ext>
            </a:extLst>
          </p:cNvPr>
          <p:cNvSpPr/>
          <p:nvPr/>
        </p:nvSpPr>
        <p:spPr>
          <a:xfrm>
            <a:off x="5057140" y="2839266"/>
            <a:ext cx="574040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E47F199-D683-0986-7DBC-EEA43B13A30F}"/>
              </a:ext>
            </a:extLst>
          </p:cNvPr>
          <p:cNvSpPr/>
          <p:nvPr/>
        </p:nvSpPr>
        <p:spPr>
          <a:xfrm>
            <a:off x="5247640" y="3111593"/>
            <a:ext cx="574040" cy="1371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1FF4C2-110B-6504-71E1-47133548F78F}"/>
              </a:ext>
            </a:extLst>
          </p:cNvPr>
          <p:cNvSpPr/>
          <p:nvPr/>
        </p:nvSpPr>
        <p:spPr>
          <a:xfrm>
            <a:off x="5057140" y="3381928"/>
            <a:ext cx="167640" cy="1371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98CD3D4-7499-31D7-4F2D-390C9CC633C3}"/>
              </a:ext>
            </a:extLst>
          </p:cNvPr>
          <p:cNvSpPr/>
          <p:nvPr/>
        </p:nvSpPr>
        <p:spPr>
          <a:xfrm>
            <a:off x="5521959" y="3650997"/>
            <a:ext cx="698501" cy="1371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2A07926E-5ACD-9781-4FEB-AAFFFE50BE65}"/>
              </a:ext>
            </a:extLst>
          </p:cNvPr>
          <p:cNvSpPr/>
          <p:nvPr/>
        </p:nvSpPr>
        <p:spPr>
          <a:xfrm>
            <a:off x="5285740" y="3920066"/>
            <a:ext cx="574040" cy="1371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81C9F0F-C543-C510-60CB-B8AC0C6311C0}"/>
              </a:ext>
            </a:extLst>
          </p:cNvPr>
          <p:cNvSpPr/>
          <p:nvPr/>
        </p:nvSpPr>
        <p:spPr>
          <a:xfrm>
            <a:off x="5942164" y="3381928"/>
            <a:ext cx="198120" cy="13716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ED16E87-E1B4-8059-DDF9-B2278612C62A}"/>
              </a:ext>
            </a:extLst>
          </p:cNvPr>
          <p:cNvSpPr/>
          <p:nvPr/>
        </p:nvSpPr>
        <p:spPr>
          <a:xfrm>
            <a:off x="6193182" y="3381928"/>
            <a:ext cx="424180" cy="137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3D1EB3F-89CD-C852-81DF-6908BFF9AF4C}"/>
              </a:ext>
            </a:extLst>
          </p:cNvPr>
          <p:cNvSpPr/>
          <p:nvPr/>
        </p:nvSpPr>
        <p:spPr>
          <a:xfrm>
            <a:off x="5879658" y="3111593"/>
            <a:ext cx="360680" cy="137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94F12951-066A-E93F-C659-491DFA3C4459}"/>
              </a:ext>
            </a:extLst>
          </p:cNvPr>
          <p:cNvSpPr/>
          <p:nvPr/>
        </p:nvSpPr>
        <p:spPr>
          <a:xfrm>
            <a:off x="6291690" y="3109601"/>
            <a:ext cx="182880" cy="1371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2A2994F-CF0D-4888-B730-9A5FF1F72C6B}"/>
              </a:ext>
            </a:extLst>
          </p:cNvPr>
          <p:cNvSpPr/>
          <p:nvPr/>
        </p:nvSpPr>
        <p:spPr>
          <a:xfrm>
            <a:off x="5691146" y="2838270"/>
            <a:ext cx="32512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D0A3E29-2669-0FA4-83FE-CE94EE5F0CCC}"/>
              </a:ext>
            </a:extLst>
          </p:cNvPr>
          <p:cNvSpPr/>
          <p:nvPr/>
        </p:nvSpPr>
        <p:spPr>
          <a:xfrm>
            <a:off x="6076232" y="2838270"/>
            <a:ext cx="325120" cy="1371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9838FB8-AE96-07CE-D4A2-DDFF5A9326B4}"/>
              </a:ext>
            </a:extLst>
          </p:cNvPr>
          <p:cNvSpPr/>
          <p:nvPr/>
        </p:nvSpPr>
        <p:spPr>
          <a:xfrm>
            <a:off x="6271813" y="3650997"/>
            <a:ext cx="182880" cy="13716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0F9797D-1B15-CBEB-A908-A0A5858CABCC}"/>
              </a:ext>
            </a:extLst>
          </p:cNvPr>
          <p:cNvSpPr/>
          <p:nvPr/>
        </p:nvSpPr>
        <p:spPr>
          <a:xfrm>
            <a:off x="5057140" y="4189135"/>
            <a:ext cx="103886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139D1E4-1398-04F7-5B1F-3320C0FCE865}"/>
              </a:ext>
            </a:extLst>
          </p:cNvPr>
          <p:cNvSpPr/>
          <p:nvPr/>
        </p:nvSpPr>
        <p:spPr>
          <a:xfrm>
            <a:off x="6146800" y="4189135"/>
            <a:ext cx="139700" cy="13716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9500BF2E-5181-C9EF-40FB-B45FDB021F43}"/>
              </a:ext>
            </a:extLst>
          </p:cNvPr>
          <p:cNvSpPr/>
          <p:nvPr/>
        </p:nvSpPr>
        <p:spPr>
          <a:xfrm>
            <a:off x="5915660" y="3920066"/>
            <a:ext cx="342900" cy="13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B3D88508-6E65-FD4A-A252-C12AE1D83B5D}"/>
              </a:ext>
            </a:extLst>
          </p:cNvPr>
          <p:cNvSpPr/>
          <p:nvPr/>
        </p:nvSpPr>
        <p:spPr>
          <a:xfrm>
            <a:off x="5273592" y="3377404"/>
            <a:ext cx="622300" cy="13716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kumimoji="1" lang="ko-KR" altLang="en-US" dirty="0">
              <a:latin typeface="Haan YoonGothic 720" panose="02000503000000000000" pitchFamily="2" charset="-127"/>
              <a:ea typeface="Haan YoonGothic 720" panose="02000503000000000000" pitchFamily="2" charset="-127"/>
            </a:endParaRPr>
          </a:p>
        </p:txBody>
      </p:sp>
      <p:pic>
        <p:nvPicPr>
          <p:cNvPr id="40" name="그림 39" descr="블랙, 어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6BCFFD-D0D3-49E5-EB20-33EB07A7760D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6388100" y="3582908"/>
            <a:ext cx="1311027" cy="131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0467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2262E-3EB4-79A5-49B4-3EB170A5D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FFC980-FA32-D44E-5B28-88EB2AC7BA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EB46AD-C529-A0FE-0B7D-9E4EA0B628E1}"/>
              </a:ext>
            </a:extLst>
          </p:cNvPr>
          <p:cNvSpPr txBox="1"/>
          <p:nvPr/>
        </p:nvSpPr>
        <p:spPr>
          <a:xfrm>
            <a:off x="409407" y="494789"/>
            <a:ext cx="4033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Snapshot Manager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A9129D1-88D7-3289-F78F-FA120B765F0F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0B84E34-AE7F-DA5D-6F41-A8C949036F28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D55BFD98-BDEF-5BAF-9A3B-EC785CDD645A}"/>
                </a:ext>
              </a:extLst>
            </p:cNvPr>
            <p:cNvGrpSpPr/>
            <p:nvPr/>
          </p:nvGrpSpPr>
          <p:grpSpPr>
            <a:xfrm>
              <a:off x="4999252" y="2560600"/>
              <a:ext cx="2193496" cy="1991521"/>
              <a:chOff x="4936431" y="2447952"/>
              <a:chExt cx="2438403" cy="2213877"/>
            </a:xfrm>
          </p:grpSpPr>
          <p:sp>
            <p:nvSpPr>
              <p:cNvPr id="4" name="사다리꼴 3">
                <a:extLst>
                  <a:ext uri="{FF2B5EF4-FFF2-40B4-BE49-F238E27FC236}">
                    <a16:creationId xmlns:a16="http://schemas.microsoft.com/office/drawing/2014/main" id="{53531E8F-EB64-EC77-D2C7-8556DCB671DF}"/>
                  </a:ext>
                </a:extLst>
              </p:cNvPr>
              <p:cNvSpPr/>
              <p:nvPr/>
            </p:nvSpPr>
            <p:spPr>
              <a:xfrm rot="5400000" flipH="1">
                <a:off x="4326451" y="3057933"/>
                <a:ext cx="2213875" cy="993915"/>
              </a:xfrm>
              <a:prstGeom prst="trapezoid">
                <a:avLst>
                  <a:gd name="adj" fmla="val 17365"/>
                </a:avLst>
              </a:prstGeom>
              <a:gradFill>
                <a:gsLst>
                  <a:gs pos="100000">
                    <a:schemeClr val="accent4">
                      <a:lumMod val="75000"/>
                      <a:alpha val="80000"/>
                    </a:schemeClr>
                  </a:gs>
                  <a:gs pos="0">
                    <a:schemeClr val="accent4">
                      <a:lumMod val="20000"/>
                      <a:lumOff val="80000"/>
                      <a:alpha val="80000"/>
                    </a:schemeClr>
                  </a:gs>
                </a:gsLst>
                <a:lin ang="4200000" scaled="0"/>
              </a:gradFill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28" name="사다리꼴 27">
                <a:extLst>
                  <a:ext uri="{FF2B5EF4-FFF2-40B4-BE49-F238E27FC236}">
                    <a16:creationId xmlns:a16="http://schemas.microsoft.com/office/drawing/2014/main" id="{FCBA5D37-5DCB-8892-3FEA-96844AAE61CF}"/>
                  </a:ext>
                </a:extLst>
              </p:cNvPr>
              <p:cNvSpPr/>
              <p:nvPr/>
            </p:nvSpPr>
            <p:spPr>
              <a:xfrm rot="5400000" flipH="1">
                <a:off x="4770399" y="3057933"/>
                <a:ext cx="2213875" cy="993915"/>
              </a:xfrm>
              <a:prstGeom prst="trapezoid">
                <a:avLst>
                  <a:gd name="adj" fmla="val 17365"/>
                </a:avLst>
              </a:prstGeom>
              <a:gradFill>
                <a:gsLst>
                  <a:gs pos="100000">
                    <a:schemeClr val="accent4">
                      <a:lumMod val="75000"/>
                      <a:alpha val="80000"/>
                    </a:schemeClr>
                  </a:gs>
                  <a:gs pos="0">
                    <a:schemeClr val="accent4">
                      <a:lumMod val="20000"/>
                      <a:lumOff val="80000"/>
                      <a:alpha val="80000"/>
                    </a:schemeClr>
                  </a:gs>
                </a:gsLst>
                <a:lin ang="4200000" scaled="0"/>
              </a:gradFill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29" name="사다리꼴 28">
                <a:extLst>
                  <a:ext uri="{FF2B5EF4-FFF2-40B4-BE49-F238E27FC236}">
                    <a16:creationId xmlns:a16="http://schemas.microsoft.com/office/drawing/2014/main" id="{2BA6FB73-3A3B-84E5-B81E-A30E6AEDF213}"/>
                  </a:ext>
                </a:extLst>
              </p:cNvPr>
              <p:cNvSpPr/>
              <p:nvPr/>
            </p:nvSpPr>
            <p:spPr>
              <a:xfrm rot="5400000" flipH="1">
                <a:off x="5320366" y="3057934"/>
                <a:ext cx="2213875" cy="993915"/>
              </a:xfrm>
              <a:prstGeom prst="trapezoid">
                <a:avLst>
                  <a:gd name="adj" fmla="val 17365"/>
                </a:avLst>
              </a:prstGeom>
              <a:gradFill>
                <a:gsLst>
                  <a:gs pos="100000">
                    <a:schemeClr val="accent4">
                      <a:lumMod val="75000"/>
                      <a:alpha val="80000"/>
                    </a:schemeClr>
                  </a:gs>
                  <a:gs pos="0">
                    <a:schemeClr val="accent4">
                      <a:lumMod val="20000"/>
                      <a:lumOff val="80000"/>
                      <a:alpha val="80000"/>
                    </a:schemeClr>
                  </a:gs>
                </a:gsLst>
                <a:lin ang="4200000" scaled="0"/>
              </a:gradFill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0" name="사다리꼴 29">
                <a:extLst>
                  <a:ext uri="{FF2B5EF4-FFF2-40B4-BE49-F238E27FC236}">
                    <a16:creationId xmlns:a16="http://schemas.microsoft.com/office/drawing/2014/main" id="{C7C900BC-54B8-E70B-524D-DD2471909F88}"/>
                  </a:ext>
                </a:extLst>
              </p:cNvPr>
              <p:cNvSpPr/>
              <p:nvPr/>
            </p:nvSpPr>
            <p:spPr>
              <a:xfrm rot="5400000" flipH="1">
                <a:off x="5770939" y="3057932"/>
                <a:ext cx="2213875" cy="993915"/>
              </a:xfrm>
              <a:prstGeom prst="trapezoid">
                <a:avLst>
                  <a:gd name="adj" fmla="val 17365"/>
                </a:avLst>
              </a:prstGeom>
              <a:gradFill>
                <a:gsLst>
                  <a:gs pos="100000">
                    <a:schemeClr val="accent4">
                      <a:lumMod val="75000"/>
                      <a:alpha val="80000"/>
                    </a:schemeClr>
                  </a:gs>
                  <a:gs pos="0">
                    <a:schemeClr val="accent4">
                      <a:lumMod val="20000"/>
                      <a:lumOff val="80000"/>
                      <a:alpha val="80000"/>
                    </a:schemeClr>
                  </a:gs>
                </a:gsLst>
                <a:lin ang="4200000" scaled="0"/>
              </a:gradFill>
              <a:ln>
                <a:solidFill>
                  <a:schemeClr val="tx1">
                    <a:alpha val="3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79292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DEE81-6793-3683-ABDE-A0C1A36DC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33A6229-D0CD-1D8A-A57A-BB4EE3E9D01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9BC674-3A80-C976-8F1D-CC3CF62545B6}"/>
              </a:ext>
            </a:extLst>
          </p:cNvPr>
          <p:cNvSpPr txBox="1"/>
          <p:nvPr/>
        </p:nvSpPr>
        <p:spPr>
          <a:xfrm>
            <a:off x="409407" y="494789"/>
            <a:ext cx="2125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Unknown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pic>
        <p:nvPicPr>
          <p:cNvPr id="4" name="그림 3" descr="원, 그래픽, 상징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6A64348-5DCF-1CB4-605B-E150584B0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2845" y="1881742"/>
            <a:ext cx="3353743" cy="334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500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91AB-51E9-A024-793F-389A1B492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69A4892-02E4-18A0-94A1-C0792A77797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3ECC1E-381D-6640-75F5-D32D3836332C}"/>
              </a:ext>
            </a:extLst>
          </p:cNvPr>
          <p:cNvSpPr txBox="1"/>
          <p:nvPr/>
        </p:nvSpPr>
        <p:spPr>
          <a:xfrm>
            <a:off x="409407" y="494789"/>
            <a:ext cx="20321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TC Alpha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252D3D6-001E-42D1-1B65-275E6AF764A7}"/>
              </a:ext>
            </a:extLst>
          </p:cNvPr>
          <p:cNvGrpSpPr/>
          <p:nvPr/>
        </p:nvGrpSpPr>
        <p:grpSpPr>
          <a:xfrm>
            <a:off x="4422846" y="1881742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D6E7AAFE-B770-DB47-C304-D581E765F30C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5634D49A-ECC6-ED30-2E4D-90B211B18724}"/>
                </a:ext>
              </a:extLst>
            </p:cNvPr>
            <p:cNvGrpSpPr/>
            <p:nvPr/>
          </p:nvGrpSpPr>
          <p:grpSpPr>
            <a:xfrm>
              <a:off x="4626912" y="2309534"/>
              <a:ext cx="2938175" cy="2490723"/>
              <a:chOff x="841513" y="2573788"/>
              <a:chExt cx="1683537" cy="1427152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0C316259-1446-9A40-EA92-A3486F8FA8AA}"/>
                  </a:ext>
                </a:extLst>
              </p:cNvPr>
              <p:cNvGrpSpPr/>
              <p:nvPr/>
            </p:nvGrpSpPr>
            <p:grpSpPr>
              <a:xfrm>
                <a:off x="841513" y="3339547"/>
                <a:ext cx="132516" cy="661393"/>
                <a:chOff x="1232452" y="2577548"/>
                <a:chExt cx="132522" cy="851452"/>
              </a:xfrm>
            </p:grpSpPr>
            <p:cxnSp>
              <p:nvCxnSpPr>
                <p:cNvPr id="54" name="직선 연결선 53">
                  <a:extLst>
                    <a:ext uri="{FF2B5EF4-FFF2-40B4-BE49-F238E27FC236}">
                      <a16:creationId xmlns:a16="http://schemas.microsoft.com/office/drawing/2014/main" id="{0A04F28F-23E2-E1F4-3EAA-BE156E773613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직사각형 54">
                  <a:extLst>
                    <a:ext uri="{FF2B5EF4-FFF2-40B4-BE49-F238E27FC236}">
                      <a16:creationId xmlns:a16="http://schemas.microsoft.com/office/drawing/2014/main" id="{AF605397-2EF3-8D2A-B70C-790E6CA144E3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1FF48725-069B-77BD-113E-EFB99CF95F07}"/>
                  </a:ext>
                </a:extLst>
              </p:cNvPr>
              <p:cNvGrpSpPr/>
              <p:nvPr/>
            </p:nvGrpSpPr>
            <p:grpSpPr>
              <a:xfrm>
                <a:off x="1040296" y="2915087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7E2142D-071D-50C6-5460-494066B63CC3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7167FDD7-4590-B731-2D90-935D283002A6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7" name="그룹 6">
                <a:extLst>
                  <a:ext uri="{FF2B5EF4-FFF2-40B4-BE49-F238E27FC236}">
                    <a16:creationId xmlns:a16="http://schemas.microsoft.com/office/drawing/2014/main" id="{C64A8C95-C745-2BBE-7DBB-790456527911}"/>
                  </a:ext>
                </a:extLst>
              </p:cNvPr>
              <p:cNvGrpSpPr/>
              <p:nvPr/>
            </p:nvGrpSpPr>
            <p:grpSpPr>
              <a:xfrm>
                <a:off x="1239088" y="3006820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50" name="직선 연결선 49">
                  <a:extLst>
                    <a:ext uri="{FF2B5EF4-FFF2-40B4-BE49-F238E27FC236}">
                      <a16:creationId xmlns:a16="http://schemas.microsoft.com/office/drawing/2014/main" id="{D21935F4-357D-E726-25D5-6EF1C2BF5825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B85B5F71-F423-CEF3-B525-A254C2C59D76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55E89F55-077A-F280-0304-BD10949DC622}"/>
                  </a:ext>
                </a:extLst>
              </p:cNvPr>
              <p:cNvGrpSpPr/>
              <p:nvPr/>
            </p:nvGrpSpPr>
            <p:grpSpPr>
              <a:xfrm>
                <a:off x="1437857" y="2657591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48" name="직선 연결선 47">
                  <a:extLst>
                    <a:ext uri="{FF2B5EF4-FFF2-40B4-BE49-F238E27FC236}">
                      <a16:creationId xmlns:a16="http://schemas.microsoft.com/office/drawing/2014/main" id="{3876060E-9BCA-6D2E-F052-35F5FE09B4B4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CC67CD3E-BA4C-43A6-ACA3-26743CC38939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10" name="그룹 9">
                <a:extLst>
                  <a:ext uri="{FF2B5EF4-FFF2-40B4-BE49-F238E27FC236}">
                    <a16:creationId xmlns:a16="http://schemas.microsoft.com/office/drawing/2014/main" id="{756D1380-4877-F6A2-09F1-51A265386023}"/>
                  </a:ext>
                </a:extLst>
              </p:cNvPr>
              <p:cNvGrpSpPr/>
              <p:nvPr/>
            </p:nvGrpSpPr>
            <p:grpSpPr>
              <a:xfrm>
                <a:off x="1631146" y="3066752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46" name="직선 연결선 45">
                  <a:extLst>
                    <a:ext uri="{FF2B5EF4-FFF2-40B4-BE49-F238E27FC236}">
                      <a16:creationId xmlns:a16="http://schemas.microsoft.com/office/drawing/2014/main" id="{27642819-649D-4386-A8BC-9D9370149C8A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47DF76D1-0EE1-2CD4-48D3-BDD71C814435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704547F0-3C02-6C93-1D97-3A7B822A4701}"/>
                  </a:ext>
                </a:extLst>
              </p:cNvPr>
              <p:cNvGrpSpPr/>
              <p:nvPr/>
            </p:nvGrpSpPr>
            <p:grpSpPr>
              <a:xfrm>
                <a:off x="1812289" y="2861824"/>
                <a:ext cx="132522" cy="851452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D2902D45-D91B-335D-D457-51F7EE073B40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1D1537E3-A042-469D-FB73-E1AEB6D8367B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6423F594-9874-4DE1-FC46-9F683E212578}"/>
                  </a:ext>
                </a:extLst>
              </p:cNvPr>
              <p:cNvGrpSpPr/>
              <p:nvPr/>
            </p:nvGrpSpPr>
            <p:grpSpPr>
              <a:xfrm>
                <a:off x="2008939" y="3310218"/>
                <a:ext cx="132507" cy="472407"/>
                <a:chOff x="1232452" y="2577548"/>
                <a:chExt cx="132522" cy="851452"/>
              </a:xfrm>
            </p:grpSpPr>
            <p:cxnSp>
              <p:nvCxnSpPr>
                <p:cNvPr id="42" name="직선 연결선 41">
                  <a:extLst>
                    <a:ext uri="{FF2B5EF4-FFF2-40B4-BE49-F238E27FC236}">
                      <a16:creationId xmlns:a16="http://schemas.microsoft.com/office/drawing/2014/main" id="{59680D21-8D0E-3604-BDCB-29AEC9B4B5D7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5905BF51-0D48-AB3A-C937-765352CDA384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kumimoji="1" lang="ko-KR" altLang="en-US" dirty="0">
                    <a:latin typeface="Haan YoonGothic 720" panose="02000503000000000000" pitchFamily="2" charset="-127"/>
                    <a:ea typeface="Haan YoonGothic 720" panose="02000503000000000000" pitchFamily="2" charset="-127"/>
                  </a:endParaRPr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A26C954C-52F4-3FDE-9170-CB69B7B2BDB8}"/>
                  </a:ext>
                </a:extLst>
              </p:cNvPr>
              <p:cNvGrpSpPr/>
              <p:nvPr/>
            </p:nvGrpSpPr>
            <p:grpSpPr>
              <a:xfrm>
                <a:off x="2182227" y="2915086"/>
                <a:ext cx="132505" cy="669235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DF93E356-2DEA-3388-AFE1-C20A09D97C95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D00055D9-7E77-BEB8-0F79-2C105C27BD50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890E549E-AFE1-775C-F5D0-4E9D92046F4C}"/>
                  </a:ext>
                </a:extLst>
              </p:cNvPr>
              <p:cNvGrpSpPr/>
              <p:nvPr/>
            </p:nvGrpSpPr>
            <p:grpSpPr>
              <a:xfrm>
                <a:off x="2392547" y="2573788"/>
                <a:ext cx="132503" cy="669235"/>
                <a:chOff x="1232452" y="2577548"/>
                <a:chExt cx="132522" cy="851452"/>
              </a:xfrm>
              <a:solidFill>
                <a:srgbClr val="00B050"/>
              </a:solidFill>
            </p:grpSpPr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8ABB835B-E7C0-6630-59DF-CE60BE9202F6}"/>
                    </a:ext>
                  </a:extLst>
                </p:cNvPr>
                <p:cNvCxnSpPr/>
                <p:nvPr/>
              </p:nvCxnSpPr>
              <p:spPr>
                <a:xfrm>
                  <a:off x="1298713" y="2577548"/>
                  <a:ext cx="0" cy="851452"/>
                </a:xfrm>
                <a:prstGeom prst="line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17CDE89B-4536-C170-FB5E-3A62F63B739B}"/>
                    </a:ext>
                  </a:extLst>
                </p:cNvPr>
                <p:cNvSpPr/>
                <p:nvPr/>
              </p:nvSpPr>
              <p:spPr>
                <a:xfrm>
                  <a:off x="1232452" y="2782957"/>
                  <a:ext cx="132522" cy="463826"/>
                </a:xfrm>
                <a:prstGeom prst="rect">
                  <a:avLst/>
                </a:prstGeom>
                <a:grpFill/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t"/>
                <a:lstStyle/>
                <a:p>
                  <a:pPr algn="ctr"/>
                  <a:endParaRPr lang="ko-KR" altLang="en-US" dirty="0"/>
                </a:p>
              </p:txBody>
            </p:sp>
          </p:grpSp>
        </p:grp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B4406B0B-5C8E-82B2-70B1-3B4DAF41683E}"/>
                </a:ext>
              </a:extLst>
            </p:cNvPr>
            <p:cNvGrpSpPr/>
            <p:nvPr/>
          </p:nvGrpSpPr>
          <p:grpSpPr>
            <a:xfrm rot="16200000" flipV="1">
              <a:off x="5803290" y="2353263"/>
              <a:ext cx="748280" cy="2403266"/>
              <a:chOff x="6818920" y="2336603"/>
              <a:chExt cx="810413" cy="1804737"/>
            </a:xfrm>
            <a:gradFill>
              <a:gsLst>
                <a:gs pos="76000">
                  <a:srgbClr val="0070C0">
                    <a:alpha val="90000"/>
                  </a:srgbClr>
                </a:gs>
                <a:gs pos="0">
                  <a:schemeClr val="accent4">
                    <a:lumMod val="40000"/>
                    <a:lumOff val="60000"/>
                    <a:alpha val="90000"/>
                  </a:schemeClr>
                </a:gs>
              </a:gsLst>
              <a:lin ang="5400000" scaled="1"/>
            </a:gradFill>
          </p:grpSpPr>
          <p:sp>
            <p:nvSpPr>
              <p:cNvPr id="57" name="화살표: 갈매기형 수장 56">
                <a:extLst>
                  <a:ext uri="{FF2B5EF4-FFF2-40B4-BE49-F238E27FC236}">
                    <a16:creationId xmlns:a16="http://schemas.microsoft.com/office/drawing/2014/main" id="{A5561631-472E-75A9-8DE6-C689DEBB7E81}"/>
                  </a:ext>
                </a:extLst>
              </p:cNvPr>
              <p:cNvSpPr/>
              <p:nvPr/>
            </p:nvSpPr>
            <p:spPr>
              <a:xfrm rot="16200000">
                <a:off x="6897575" y="3409582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8" name="화살표: 갈매기형 수장 57">
                <a:extLst>
                  <a:ext uri="{FF2B5EF4-FFF2-40B4-BE49-F238E27FC236}">
                    <a16:creationId xmlns:a16="http://schemas.microsoft.com/office/drawing/2014/main" id="{BEC97413-758B-2C46-D60C-F7737AF11460}"/>
                  </a:ext>
                </a:extLst>
              </p:cNvPr>
              <p:cNvSpPr/>
              <p:nvPr/>
            </p:nvSpPr>
            <p:spPr>
              <a:xfrm rot="16200000">
                <a:off x="6897575" y="2257948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59" name="화살표: 갈매기형 수장 58">
                <a:extLst>
                  <a:ext uri="{FF2B5EF4-FFF2-40B4-BE49-F238E27FC236}">
                    <a16:creationId xmlns:a16="http://schemas.microsoft.com/office/drawing/2014/main" id="{6DF50578-99EC-EACB-D140-6BA7B6DA522E}"/>
                  </a:ext>
                </a:extLst>
              </p:cNvPr>
              <p:cNvSpPr/>
              <p:nvPr/>
            </p:nvSpPr>
            <p:spPr>
              <a:xfrm rot="16200000">
                <a:off x="6897575" y="2835498"/>
                <a:ext cx="653103" cy="810413"/>
              </a:xfrm>
              <a:prstGeom prst="chevron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solidFill>
                    <a:schemeClr val="tx1"/>
                  </a:solidFill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93073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ECF3F-68C3-8029-BC90-5FF078923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1D8F7B5E-56A5-BC5C-BAC6-9AA5C1F3F38D}"/>
              </a:ext>
            </a:extLst>
          </p:cNvPr>
          <p:cNvGrpSpPr/>
          <p:nvPr/>
        </p:nvGrpSpPr>
        <p:grpSpPr>
          <a:xfrm>
            <a:off x="7052345" y="1868703"/>
            <a:ext cx="3346307" cy="3346307"/>
            <a:chOff x="4422846" y="1881742"/>
            <a:chExt cx="3346307" cy="3346307"/>
          </a:xfrm>
        </p:grpSpPr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EE403EC5-D2D6-4117-E0E3-7278E7D8F01F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2" name="모서리가 둥근 직사각형 16">
              <a:extLst>
                <a:ext uri="{FF2B5EF4-FFF2-40B4-BE49-F238E27FC236}">
                  <a16:creationId xmlns:a16="http://schemas.microsoft.com/office/drawing/2014/main" id="{531AE743-3025-6357-826F-B14DA81761FC}"/>
                </a:ext>
              </a:extLst>
            </p:cNvPr>
            <p:cNvSpPr/>
            <p:nvPr/>
          </p:nvSpPr>
          <p:spPr>
            <a:xfrm>
              <a:off x="4605860" y="2047271"/>
              <a:ext cx="2980280" cy="2980279"/>
            </a:xfrm>
            <a:prstGeom prst="roundRect">
              <a:avLst>
                <a:gd name="adj" fmla="val 12861"/>
              </a:avLst>
            </a:prstGeom>
            <a:gradFill flip="none" rotWithShape="1">
              <a:gsLst>
                <a:gs pos="2000">
                  <a:srgbClr val="00B0F0"/>
                </a:gs>
                <a:gs pos="100000">
                  <a:srgbClr val="0070C0"/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81726A3B-A785-4D78-72B4-58B7DC936023}"/>
                </a:ext>
              </a:extLst>
            </p:cNvPr>
            <p:cNvSpPr/>
            <p:nvPr/>
          </p:nvSpPr>
          <p:spPr>
            <a:xfrm>
              <a:off x="4605860" y="3441653"/>
              <a:ext cx="2980280" cy="1166772"/>
            </a:xfrm>
            <a:prstGeom prst="rect">
              <a:avLst/>
            </a:prstGeom>
            <a:solidFill>
              <a:schemeClr val="bg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92A295AC-5173-E71C-FE7B-432741FE6961}"/>
                </a:ext>
              </a:extLst>
            </p:cNvPr>
            <p:cNvGrpSpPr/>
            <p:nvPr/>
          </p:nvGrpSpPr>
          <p:grpSpPr>
            <a:xfrm>
              <a:off x="4605540" y="2394885"/>
              <a:ext cx="2983935" cy="496709"/>
              <a:chOff x="4605540" y="2394885"/>
              <a:chExt cx="2983935" cy="496709"/>
            </a:xfrm>
            <a:gradFill>
              <a:gsLst>
                <a:gs pos="2000">
                  <a:schemeClr val="bg1">
                    <a:lumMod val="50000"/>
                    <a:lumOff val="50000"/>
                  </a:schemeClr>
                </a:gs>
                <a:gs pos="100000">
                  <a:schemeClr val="bg1">
                    <a:lumMod val="85000"/>
                    <a:lumOff val="15000"/>
                  </a:schemeClr>
                </a:gs>
              </a:gsLst>
              <a:lin ang="5400000" scaled="1"/>
            </a:gradFill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6AF4FDEE-DB60-D69A-0200-7F50E6C0D7C1}"/>
                  </a:ext>
                </a:extLst>
              </p:cNvPr>
              <p:cNvSpPr/>
              <p:nvPr/>
            </p:nvSpPr>
            <p:spPr>
              <a:xfrm>
                <a:off x="4605860" y="2473206"/>
                <a:ext cx="2980280" cy="4183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F5B1FCC7-95AD-D077-DB07-222B0EE0CF13}"/>
                  </a:ext>
                </a:extLst>
              </p:cNvPr>
              <p:cNvSpPr/>
              <p:nvPr/>
            </p:nvSpPr>
            <p:spPr>
              <a:xfrm>
                <a:off x="4605540" y="2394885"/>
                <a:ext cx="1043584" cy="4183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E6A09A7C-B58A-1247-7AF9-E7013E108D19}"/>
                  </a:ext>
                </a:extLst>
              </p:cNvPr>
              <p:cNvSpPr/>
              <p:nvPr/>
            </p:nvSpPr>
            <p:spPr>
              <a:xfrm>
                <a:off x="6542878" y="2394885"/>
                <a:ext cx="1046597" cy="41838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  <p:grpSp>
          <p:nvGrpSpPr>
            <p:cNvPr id="58" name="그룹 57">
              <a:extLst>
                <a:ext uri="{FF2B5EF4-FFF2-40B4-BE49-F238E27FC236}">
                  <a16:creationId xmlns:a16="http://schemas.microsoft.com/office/drawing/2014/main" id="{E82A7C51-96E8-C31E-846D-2D125A61A51F}"/>
                </a:ext>
              </a:extLst>
            </p:cNvPr>
            <p:cNvGrpSpPr/>
            <p:nvPr/>
          </p:nvGrpSpPr>
          <p:grpSpPr>
            <a:xfrm>
              <a:off x="4602525" y="2800599"/>
              <a:ext cx="2986310" cy="641054"/>
              <a:chOff x="4602525" y="2800599"/>
              <a:chExt cx="2986310" cy="641054"/>
            </a:xfrm>
            <a:gradFill>
              <a:gsLst>
                <a:gs pos="100000">
                  <a:schemeClr val="bg1">
                    <a:lumMod val="75000"/>
                    <a:lumOff val="25000"/>
                  </a:schemeClr>
                </a:gs>
                <a:gs pos="0">
                  <a:schemeClr val="bg1">
                    <a:lumMod val="50000"/>
                    <a:lumOff val="50000"/>
                  </a:schemeClr>
                </a:gs>
              </a:gsLst>
              <a:lin ang="5400000" scaled="1"/>
            </a:gradFill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1DEF2736-AECF-0D77-731B-D35B6BB401FB}"/>
                  </a:ext>
                </a:extLst>
              </p:cNvPr>
              <p:cNvSpPr/>
              <p:nvPr/>
            </p:nvSpPr>
            <p:spPr>
              <a:xfrm>
                <a:off x="4605860" y="2891413"/>
                <a:ext cx="2980280" cy="5502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D3C5BB7D-2E56-B732-ED30-24AB4D583391}"/>
                  </a:ext>
                </a:extLst>
              </p:cNvPr>
              <p:cNvSpPr/>
              <p:nvPr/>
            </p:nvSpPr>
            <p:spPr>
              <a:xfrm>
                <a:off x="4602525" y="2800600"/>
                <a:ext cx="645289" cy="5502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CEB31127-6A8A-E6C4-3F2E-A07274FFBF1B}"/>
                  </a:ext>
                </a:extLst>
              </p:cNvPr>
              <p:cNvSpPr/>
              <p:nvPr/>
            </p:nvSpPr>
            <p:spPr>
              <a:xfrm>
                <a:off x="6985561" y="2800599"/>
                <a:ext cx="603274" cy="55024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578F90E5-A612-D3DA-44DB-31C19D7E0CBA}"/>
                </a:ext>
              </a:extLst>
            </p:cNvPr>
            <p:cNvSpPr/>
            <p:nvPr/>
          </p:nvSpPr>
          <p:spPr>
            <a:xfrm>
              <a:off x="4606918" y="3359156"/>
              <a:ext cx="392648" cy="1166772"/>
            </a:xfrm>
            <a:prstGeom prst="rect">
              <a:avLst/>
            </a:prstGeom>
            <a:gradFill flip="none" rotWithShape="1">
              <a:gsLst>
                <a:gs pos="2000">
                  <a:schemeClr val="tx1">
                    <a:lumMod val="85000"/>
                  </a:schemeClr>
                </a:gs>
                <a:gs pos="100000">
                  <a:schemeClr val="tx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A9BC33D-1C72-EC4A-6DBB-1C9D42936610}"/>
                </a:ext>
              </a:extLst>
            </p:cNvPr>
            <p:cNvSpPr/>
            <p:nvPr/>
          </p:nvSpPr>
          <p:spPr>
            <a:xfrm>
              <a:off x="7196573" y="3359156"/>
              <a:ext cx="390914" cy="1166772"/>
            </a:xfrm>
            <a:prstGeom prst="rect">
              <a:avLst/>
            </a:prstGeom>
            <a:gradFill flip="none" rotWithShape="1">
              <a:gsLst>
                <a:gs pos="2000">
                  <a:schemeClr val="tx1">
                    <a:lumMod val="85000"/>
                  </a:schemeClr>
                </a:gs>
                <a:gs pos="100000">
                  <a:schemeClr val="tx1">
                    <a:lumMod val="50000"/>
                  </a:scheme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25" name="사다리꼴[T] 10">
              <a:extLst>
                <a:ext uri="{FF2B5EF4-FFF2-40B4-BE49-F238E27FC236}">
                  <a16:creationId xmlns:a16="http://schemas.microsoft.com/office/drawing/2014/main" id="{596C5BDE-59E8-389F-2B1A-ACAA1548CC23}"/>
                </a:ext>
              </a:extLst>
            </p:cNvPr>
            <p:cNvSpPr/>
            <p:nvPr/>
          </p:nvSpPr>
          <p:spPr>
            <a:xfrm>
              <a:off x="5618683" y="2476709"/>
              <a:ext cx="954633" cy="411021"/>
            </a:xfrm>
            <a:prstGeom prst="trapezoid">
              <a:avLst>
                <a:gd name="adj" fmla="val 9932"/>
              </a:avLst>
            </a:prstGeom>
            <a:gradFill>
              <a:gsLst>
                <a:gs pos="16000">
                  <a:srgbClr val="00B0F0"/>
                </a:gs>
                <a:gs pos="100000">
                  <a:srgbClr val="002060"/>
                </a:gs>
              </a:gsLst>
              <a:lin ang="42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26" name="사다리꼴[T] 19">
              <a:extLst>
                <a:ext uri="{FF2B5EF4-FFF2-40B4-BE49-F238E27FC236}">
                  <a16:creationId xmlns:a16="http://schemas.microsoft.com/office/drawing/2014/main" id="{915A3F51-0E26-BF3B-16C8-BD90C33DA3D9}"/>
                </a:ext>
              </a:extLst>
            </p:cNvPr>
            <p:cNvSpPr/>
            <p:nvPr/>
          </p:nvSpPr>
          <p:spPr>
            <a:xfrm>
              <a:off x="5196244" y="2887731"/>
              <a:ext cx="1836710" cy="553922"/>
            </a:xfrm>
            <a:prstGeom prst="trapezoid">
              <a:avLst>
                <a:gd name="adj" fmla="val 9932"/>
              </a:avLst>
            </a:prstGeom>
            <a:gradFill>
              <a:gsLst>
                <a:gs pos="16000">
                  <a:srgbClr val="00B0F0"/>
                </a:gs>
                <a:gs pos="100000">
                  <a:srgbClr val="002060"/>
                </a:gs>
              </a:gsLst>
              <a:lin ang="42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301486B0-E000-8285-07BB-5A470F607EF0}"/>
                </a:ext>
              </a:extLst>
            </p:cNvPr>
            <p:cNvGrpSpPr/>
            <p:nvPr/>
          </p:nvGrpSpPr>
          <p:grpSpPr>
            <a:xfrm>
              <a:off x="4605860" y="4604329"/>
              <a:ext cx="2980280" cy="436472"/>
              <a:chOff x="4605860" y="4604329"/>
              <a:chExt cx="2980280" cy="436472"/>
            </a:xfrm>
            <a:gradFill>
              <a:gsLst>
                <a:gs pos="16000">
                  <a:srgbClr val="00B0F0"/>
                </a:gs>
                <a:gs pos="100000">
                  <a:srgbClr val="002060"/>
                </a:gs>
              </a:gsLst>
              <a:lin ang="4200000" scaled="0"/>
            </a:gradFill>
          </p:grpSpPr>
          <p:sp>
            <p:nvSpPr>
              <p:cNvPr id="30" name="자유형 36">
                <a:extLst>
                  <a:ext uri="{FF2B5EF4-FFF2-40B4-BE49-F238E27FC236}">
                    <a16:creationId xmlns:a16="http://schemas.microsoft.com/office/drawing/2014/main" id="{BC3F8DE7-4499-D7CA-E6FF-07EF4936D89E}"/>
                  </a:ext>
                </a:extLst>
              </p:cNvPr>
              <p:cNvSpPr/>
              <p:nvPr/>
            </p:nvSpPr>
            <p:spPr>
              <a:xfrm>
                <a:off x="4605860" y="4656633"/>
                <a:ext cx="2980280" cy="384168"/>
              </a:xfrm>
              <a:custGeom>
                <a:avLst/>
                <a:gdLst>
                  <a:gd name="connsiteX0" fmla="*/ 0 w 4671291"/>
                  <a:gd name="connsiteY0" fmla="*/ 0 h 602145"/>
                  <a:gd name="connsiteX1" fmla="*/ 4671291 w 4671291"/>
                  <a:gd name="connsiteY1" fmla="*/ 0 h 602145"/>
                  <a:gd name="connsiteX2" fmla="*/ 4671291 w 4671291"/>
                  <a:gd name="connsiteY2" fmla="*/ 1370 h 602145"/>
                  <a:gd name="connsiteX3" fmla="*/ 4070516 w 4671291"/>
                  <a:gd name="connsiteY3" fmla="*/ 602145 h 602145"/>
                  <a:gd name="connsiteX4" fmla="*/ 600775 w 4671291"/>
                  <a:gd name="connsiteY4" fmla="*/ 602145 h 602145"/>
                  <a:gd name="connsiteX5" fmla="*/ 0 w 4671291"/>
                  <a:gd name="connsiteY5" fmla="*/ 1370 h 6021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671291" h="602145">
                    <a:moveTo>
                      <a:pt x="0" y="0"/>
                    </a:moveTo>
                    <a:lnTo>
                      <a:pt x="4671291" y="0"/>
                    </a:lnTo>
                    <a:lnTo>
                      <a:pt x="4671291" y="1370"/>
                    </a:lnTo>
                    <a:cubicBezTo>
                      <a:pt x="4671291" y="333169"/>
                      <a:pt x="4402315" y="602145"/>
                      <a:pt x="4070516" y="602145"/>
                    </a:cubicBezTo>
                    <a:lnTo>
                      <a:pt x="600775" y="602145"/>
                    </a:lnTo>
                    <a:cubicBezTo>
                      <a:pt x="268976" y="602145"/>
                      <a:pt x="0" y="333169"/>
                      <a:pt x="0" y="137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141B2B4A-D855-700C-E4B2-5617AC1226F5}"/>
                  </a:ext>
                </a:extLst>
              </p:cNvPr>
              <p:cNvSpPr/>
              <p:nvPr/>
            </p:nvSpPr>
            <p:spPr>
              <a:xfrm>
                <a:off x="4606389" y="4604329"/>
                <a:ext cx="2979751" cy="56391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  <p:sp>
          <p:nvSpPr>
            <p:cNvPr id="27" name="사다리꼴[T] 21">
              <a:extLst>
                <a:ext uri="{FF2B5EF4-FFF2-40B4-BE49-F238E27FC236}">
                  <a16:creationId xmlns:a16="http://schemas.microsoft.com/office/drawing/2014/main" id="{CC6A456B-59C1-D3F7-062E-CC7DA00E37B0}"/>
                </a:ext>
              </a:extLst>
            </p:cNvPr>
            <p:cNvSpPr/>
            <p:nvPr/>
          </p:nvSpPr>
          <p:spPr>
            <a:xfrm>
              <a:off x="4885951" y="3445336"/>
              <a:ext cx="2429856" cy="1163090"/>
            </a:xfrm>
            <a:prstGeom prst="trapezoid">
              <a:avLst>
                <a:gd name="adj" fmla="val 9932"/>
              </a:avLst>
            </a:prstGeom>
            <a:gradFill>
              <a:gsLst>
                <a:gs pos="16000">
                  <a:srgbClr val="00B0F0"/>
                </a:gs>
                <a:gs pos="100000">
                  <a:srgbClr val="002060"/>
                </a:gs>
              </a:gsLst>
              <a:lin ang="4200000" scaled="0"/>
            </a:gra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cxnSp>
          <p:nvCxnSpPr>
            <p:cNvPr id="28" name="직선 연결선[R] 39">
              <a:extLst>
                <a:ext uri="{FF2B5EF4-FFF2-40B4-BE49-F238E27FC236}">
                  <a16:creationId xmlns:a16="http://schemas.microsoft.com/office/drawing/2014/main" id="{B56195C2-4F14-CCD3-7B86-6EE7DF15289D}"/>
                </a:ext>
              </a:extLst>
            </p:cNvPr>
            <p:cNvCxnSpPr/>
            <p:nvPr/>
          </p:nvCxnSpPr>
          <p:spPr>
            <a:xfrm>
              <a:off x="4606389" y="4608192"/>
              <a:ext cx="3395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연결선[R] 40">
              <a:extLst>
                <a:ext uri="{FF2B5EF4-FFF2-40B4-BE49-F238E27FC236}">
                  <a16:creationId xmlns:a16="http://schemas.microsoft.com/office/drawing/2014/main" id="{25798560-7E16-D328-C870-04D7F33647A5}"/>
                </a:ext>
              </a:extLst>
            </p:cNvPr>
            <p:cNvCxnSpPr/>
            <p:nvPr/>
          </p:nvCxnSpPr>
          <p:spPr>
            <a:xfrm>
              <a:off x="7245788" y="4610631"/>
              <a:ext cx="33958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3C564A1-EE34-B68E-5A7D-0C3E66C1D8D3}"/>
              </a:ext>
            </a:extLst>
          </p:cNvPr>
          <p:cNvGrpSpPr/>
          <p:nvPr/>
        </p:nvGrpSpPr>
        <p:grpSpPr>
          <a:xfrm>
            <a:off x="2302498" y="1871979"/>
            <a:ext cx="3346307" cy="3346307"/>
            <a:chOff x="4422846" y="1881742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68784299-0DB5-8673-2B9F-0DD86D79C453}"/>
                </a:ext>
              </a:extLst>
            </p:cNvPr>
            <p:cNvSpPr/>
            <p:nvPr/>
          </p:nvSpPr>
          <p:spPr>
            <a:xfrm>
              <a:off x="4422846" y="1881742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31852545-92C2-62D6-A216-5AC1A6F2C397}"/>
                </a:ext>
              </a:extLst>
            </p:cNvPr>
            <p:cNvGrpSpPr/>
            <p:nvPr/>
          </p:nvGrpSpPr>
          <p:grpSpPr>
            <a:xfrm>
              <a:off x="5044563" y="2337173"/>
              <a:ext cx="2102877" cy="2442075"/>
              <a:chOff x="4543161" y="1523607"/>
              <a:chExt cx="3290405" cy="3821155"/>
            </a:xfrm>
            <a:gradFill>
              <a:gsLst>
                <a:gs pos="100000">
                  <a:srgbClr val="7030A0"/>
                </a:gs>
                <a:gs pos="7000">
                  <a:srgbClr val="0070C0">
                    <a:alpha val="35000"/>
                  </a:srgbClr>
                </a:gs>
              </a:gsLst>
              <a:lin ang="4200000" scaled="0"/>
            </a:gradFill>
          </p:grpSpPr>
          <p:sp>
            <p:nvSpPr>
              <p:cNvPr id="6" name="삼각형 5">
                <a:extLst>
                  <a:ext uri="{FF2B5EF4-FFF2-40B4-BE49-F238E27FC236}">
                    <a16:creationId xmlns:a16="http://schemas.microsoft.com/office/drawing/2014/main" id="{AD65AA79-9DDD-B89A-6797-AF270239BBB9}"/>
                  </a:ext>
                </a:extLst>
              </p:cNvPr>
              <p:cNvSpPr/>
              <p:nvPr/>
            </p:nvSpPr>
            <p:spPr>
              <a:xfrm flipH="1">
                <a:off x="4553526" y="1523607"/>
                <a:ext cx="3269671" cy="2913257"/>
              </a:xfrm>
              <a:prstGeom prst="triangle">
                <a:avLst>
                  <a:gd name="adj" fmla="val 50533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7" name="삼각형 3">
                <a:extLst>
                  <a:ext uri="{FF2B5EF4-FFF2-40B4-BE49-F238E27FC236}">
                    <a16:creationId xmlns:a16="http://schemas.microsoft.com/office/drawing/2014/main" id="{5AE3BE40-A675-5893-EF03-00C70E9B627F}"/>
                  </a:ext>
                </a:extLst>
              </p:cNvPr>
              <p:cNvSpPr/>
              <p:nvPr/>
            </p:nvSpPr>
            <p:spPr>
              <a:xfrm rot="16200000">
                <a:off x="3455183" y="2621951"/>
                <a:ext cx="3810789" cy="1634833"/>
              </a:xfrm>
              <a:prstGeom prst="triangle">
                <a:avLst>
                  <a:gd name="adj" fmla="val 230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  <p:sp>
            <p:nvSpPr>
              <p:cNvPr id="9" name="삼각형 4">
                <a:extLst>
                  <a:ext uri="{FF2B5EF4-FFF2-40B4-BE49-F238E27FC236}">
                    <a16:creationId xmlns:a16="http://schemas.microsoft.com/office/drawing/2014/main" id="{DF4BF749-4A8A-A231-B773-934B3B63E937}"/>
                  </a:ext>
                </a:extLst>
              </p:cNvPr>
              <p:cNvSpPr/>
              <p:nvPr/>
            </p:nvSpPr>
            <p:spPr>
              <a:xfrm rot="5400000" flipH="1">
                <a:off x="5110754" y="2621950"/>
                <a:ext cx="3810790" cy="1634834"/>
              </a:xfrm>
              <a:prstGeom prst="triangle">
                <a:avLst>
                  <a:gd name="adj" fmla="val 23006"/>
                </a:avLst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kumimoji="1" lang="ko-KR" altLang="en-US" dirty="0">
                  <a:latin typeface="Haan YoonGothic 720" panose="02000503000000000000" pitchFamily="2" charset="-127"/>
                  <a:ea typeface="Haan YoonGothic 720" panose="02000503000000000000" pitchFamily="2" charset="-127"/>
                </a:endParaRPr>
              </a:p>
            </p:txBody>
          </p:sp>
        </p:grpSp>
      </p:grpSp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7B9D7DC-342D-5827-229C-6228B689D39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B099E8D-1505-D620-44F9-812B145B350D}"/>
              </a:ext>
            </a:extLst>
          </p:cNvPr>
          <p:cNvSpPr txBox="1"/>
          <p:nvPr/>
        </p:nvSpPr>
        <p:spPr>
          <a:xfrm>
            <a:off x="409407" y="494789"/>
            <a:ext cx="39244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Prism / Cascade A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3610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3E8E7-55F3-EC1F-56D3-5A54F76D9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B588AD-CD53-3524-8B46-F2763DA9895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</a:blip>
          <a:srcRect t="25555" r="17502" b="26260"/>
          <a:stretch>
            <a:fillRect/>
          </a:stretch>
        </p:blipFill>
        <p:spPr>
          <a:xfrm>
            <a:off x="9680334" y="5800440"/>
            <a:ext cx="2419306" cy="9652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0B9ED4-B84A-D7FD-D8EB-19FDA9D3473C}"/>
              </a:ext>
            </a:extLst>
          </p:cNvPr>
          <p:cNvSpPr txBox="1"/>
          <p:nvPr/>
        </p:nvSpPr>
        <p:spPr>
          <a:xfrm>
            <a:off x="409407" y="494789"/>
            <a:ext cx="1412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3200" dirty="0">
                <a:latin typeface="Haan YoonGothic 760" panose="02000503000000000000" pitchFamily="2" charset="-127"/>
                <a:ea typeface="Haan YoonGothic 760" panose="02000503000000000000" pitchFamily="2" charset="-127"/>
              </a:rPr>
              <a:t>Comet</a:t>
            </a:r>
            <a:endParaRPr kumimoji="1" lang="ko-KR" altLang="en-US" sz="3200" dirty="0">
              <a:latin typeface="Haan YoonGothic 760" panose="02000503000000000000" pitchFamily="2" charset="-127"/>
              <a:ea typeface="Haan YoonGothic 760" panose="02000503000000000000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EB34F40-C2E4-96D4-D3A9-17753ED1865C}"/>
              </a:ext>
            </a:extLst>
          </p:cNvPr>
          <p:cNvGrpSpPr/>
          <p:nvPr/>
        </p:nvGrpSpPr>
        <p:grpSpPr>
          <a:xfrm>
            <a:off x="4422846" y="1871979"/>
            <a:ext cx="3346307" cy="3346307"/>
            <a:chOff x="4422846" y="1871979"/>
            <a:chExt cx="3346307" cy="3346307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051A033F-E9D6-B587-02C1-521C3DC025EE}"/>
                </a:ext>
              </a:extLst>
            </p:cNvPr>
            <p:cNvSpPr/>
            <p:nvPr/>
          </p:nvSpPr>
          <p:spPr>
            <a:xfrm>
              <a:off x="4422846" y="1871979"/>
              <a:ext cx="3346307" cy="3346307"/>
            </a:xfrm>
            <a:prstGeom prst="roundRect">
              <a:avLst>
                <a:gd name="adj" fmla="val 13499"/>
              </a:avLst>
            </a:prstGeom>
            <a:gradFill>
              <a:gsLst>
                <a:gs pos="75000">
                  <a:schemeClr val="bg1">
                    <a:lumMod val="85000"/>
                    <a:lumOff val="15000"/>
                  </a:schemeClr>
                </a:gs>
                <a:gs pos="11000">
                  <a:schemeClr val="bg1">
                    <a:lumMod val="65000"/>
                    <a:lumOff val="35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0AAAF69D-E0D1-ECB7-B97C-F309F06098B2}"/>
                </a:ext>
              </a:extLst>
            </p:cNvPr>
            <p:cNvSpPr/>
            <p:nvPr/>
          </p:nvSpPr>
          <p:spPr>
            <a:xfrm rot="10800000" flipV="1">
              <a:off x="4600200" y="2048726"/>
              <a:ext cx="2991600" cy="2992812"/>
            </a:xfrm>
            <a:prstGeom prst="roundRect">
              <a:avLst>
                <a:gd name="adj" fmla="val 10213"/>
              </a:avLst>
            </a:prstGeom>
            <a:gradFill flip="none" rotWithShape="1">
              <a:gsLst>
                <a:gs pos="89000">
                  <a:srgbClr val="150513"/>
                </a:gs>
                <a:gs pos="0">
                  <a:srgbClr val="000A1E"/>
                </a:gs>
              </a:gsLst>
              <a:lin ang="2700000" scaled="1"/>
              <a:tileRect/>
            </a:gra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5" name="순서도: 저장 데이터 14">
              <a:extLst>
                <a:ext uri="{FF2B5EF4-FFF2-40B4-BE49-F238E27FC236}">
                  <a16:creationId xmlns:a16="http://schemas.microsoft.com/office/drawing/2014/main" id="{569B258F-2EEA-B87A-4B9D-DE663217233D}"/>
                </a:ext>
              </a:extLst>
            </p:cNvPr>
            <p:cNvSpPr/>
            <p:nvPr/>
          </p:nvSpPr>
          <p:spPr>
            <a:xfrm rot="19260000">
              <a:off x="5240106" y="3546476"/>
              <a:ext cx="1036615" cy="179686"/>
            </a:xfrm>
            <a:prstGeom prst="flowChartOnlineStorag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CEA7B06-5360-8C95-DB77-14FA89ED2A3D}"/>
                </a:ext>
              </a:extLst>
            </p:cNvPr>
            <p:cNvSpPr/>
            <p:nvPr/>
          </p:nvSpPr>
          <p:spPr>
            <a:xfrm rot="19260000">
              <a:off x="5691581" y="3010206"/>
              <a:ext cx="914400" cy="19840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1C5CB3C3-D380-9F03-37DB-6C2C546D1272}"/>
                </a:ext>
              </a:extLst>
            </p:cNvPr>
            <p:cNvSpPr/>
            <p:nvPr/>
          </p:nvSpPr>
          <p:spPr>
            <a:xfrm rot="19260000">
              <a:off x="5867929" y="3151072"/>
              <a:ext cx="1306648" cy="217587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77C93D05-BE10-624C-C1BC-EC851C4D0D74}"/>
                </a:ext>
              </a:extLst>
            </p:cNvPr>
            <p:cNvSpPr/>
            <p:nvPr/>
          </p:nvSpPr>
          <p:spPr>
            <a:xfrm rot="19260000">
              <a:off x="6170122" y="3607276"/>
              <a:ext cx="914400" cy="142916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0" name="순서도: 저장 데이터 39">
              <a:extLst>
                <a:ext uri="{FF2B5EF4-FFF2-40B4-BE49-F238E27FC236}">
                  <a16:creationId xmlns:a16="http://schemas.microsoft.com/office/drawing/2014/main" id="{EBC6C20C-8B25-918B-B14C-9C30FC6BD434}"/>
                </a:ext>
              </a:extLst>
            </p:cNvPr>
            <p:cNvSpPr/>
            <p:nvPr/>
          </p:nvSpPr>
          <p:spPr>
            <a:xfrm rot="19260000">
              <a:off x="5843934" y="3612417"/>
              <a:ext cx="899078" cy="217637"/>
            </a:xfrm>
            <a:prstGeom prst="flowChartOnlineStorag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1" name="타원 40">
              <a:extLst>
                <a:ext uri="{FF2B5EF4-FFF2-40B4-BE49-F238E27FC236}">
                  <a16:creationId xmlns:a16="http://schemas.microsoft.com/office/drawing/2014/main" id="{5A059D67-9969-895F-C0C3-7CE8CC4771FA}"/>
                </a:ext>
              </a:extLst>
            </p:cNvPr>
            <p:cNvSpPr/>
            <p:nvPr/>
          </p:nvSpPr>
          <p:spPr>
            <a:xfrm>
              <a:off x="6414422" y="2710350"/>
              <a:ext cx="197578" cy="197578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2" name="타원 41">
              <a:extLst>
                <a:ext uri="{FF2B5EF4-FFF2-40B4-BE49-F238E27FC236}">
                  <a16:creationId xmlns:a16="http://schemas.microsoft.com/office/drawing/2014/main" id="{8150AC7F-15D4-DBBB-6C41-BDA5CB8E7423}"/>
                </a:ext>
              </a:extLst>
            </p:cNvPr>
            <p:cNvSpPr/>
            <p:nvPr/>
          </p:nvSpPr>
          <p:spPr>
            <a:xfrm>
              <a:off x="6918431" y="2736587"/>
              <a:ext cx="222311" cy="213251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3" name="타원 42">
              <a:extLst>
                <a:ext uri="{FF2B5EF4-FFF2-40B4-BE49-F238E27FC236}">
                  <a16:creationId xmlns:a16="http://schemas.microsoft.com/office/drawing/2014/main" id="{DD755956-BDEB-444B-96F6-5FDDC70EC3E7}"/>
                </a:ext>
              </a:extLst>
            </p:cNvPr>
            <p:cNvSpPr/>
            <p:nvPr/>
          </p:nvSpPr>
          <p:spPr>
            <a:xfrm>
              <a:off x="6917433" y="3307707"/>
              <a:ext cx="145585" cy="139652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FEA848-9039-4AD0-05D1-F53202D7C724}"/>
                </a:ext>
              </a:extLst>
            </p:cNvPr>
            <p:cNvSpPr/>
            <p:nvPr/>
          </p:nvSpPr>
          <p:spPr>
            <a:xfrm rot="19259510">
              <a:off x="5504220" y="3366187"/>
              <a:ext cx="642425" cy="93354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04E4ACAD-719C-8BB0-5E38-EE2E9A321E97}"/>
                </a:ext>
              </a:extLst>
            </p:cNvPr>
            <p:cNvSpPr/>
            <p:nvPr/>
          </p:nvSpPr>
          <p:spPr>
            <a:xfrm>
              <a:off x="5127148" y="3566474"/>
              <a:ext cx="917071" cy="917071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F32847CB-CD4E-1992-07DC-7FEA19E4DABC}"/>
                </a:ext>
              </a:extLst>
            </p:cNvPr>
            <p:cNvSpPr/>
            <p:nvPr/>
          </p:nvSpPr>
          <p:spPr>
            <a:xfrm>
              <a:off x="5124996" y="3558018"/>
              <a:ext cx="917071" cy="917071"/>
            </a:xfrm>
            <a:prstGeom prst="ellipse">
              <a:avLst/>
            </a:prstGeom>
            <a:gradFill>
              <a:gsLst>
                <a:gs pos="75000">
                  <a:srgbClr val="7030A0">
                    <a:alpha val="50000"/>
                  </a:srgbClr>
                </a:gs>
                <a:gs pos="30000">
                  <a:srgbClr val="002060">
                    <a:alpha val="50000"/>
                  </a:srgbClr>
                </a:gs>
              </a:gsLst>
              <a:lin ang="5400000" scaled="1"/>
            </a:gra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kumimoji="1" lang="ko-KR" altLang="en-US" dirty="0">
                <a:latin typeface="Haan YoonGothic 720" panose="02000503000000000000" pitchFamily="2" charset="-127"/>
                <a:ea typeface="Haan YoonGothic 720" panose="02000503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726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tx1"/>
          </a:solidFill>
        </a:ln>
      </a:spPr>
      <a:bodyPr rtlCol="0" anchor="t"/>
      <a:lstStyle>
        <a:defPPr algn="ctr">
          <a:defRPr kumimoji="1" dirty="0">
            <a:latin typeface="Haan YoonGothic 720" panose="02000503000000000000" pitchFamily="2" charset="-127"/>
            <a:ea typeface="Haan YoonGothic 720" panose="02000503000000000000" pitchFamily="2" charset="-127"/>
          </a:defRPr>
        </a:defPPr>
      </a:lstStyle>
      <a:style>
        <a:lnRef idx="2">
          <a:schemeClr val="dk1">
            <a:shade val="15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err="1" smtClean="0">
            <a:latin typeface="Haan YoonGothic 720" panose="02000503000000000000" pitchFamily="2" charset="-127"/>
            <a:ea typeface="Haan YoonGothic 720" panose="02000503000000000000" pitchFamily="2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1821</TotalTime>
  <Words>23</Words>
  <Application>Microsoft Office PowerPoint</Application>
  <PresentationFormat>와이드스크린</PresentationFormat>
  <Paragraphs>11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Haan YoonGothic 720</vt:lpstr>
      <vt:lpstr>Haan YoonGothic 760</vt:lpstr>
      <vt:lpstr>맑은 고딕</vt:lpstr>
      <vt:lpstr>Aptos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호연 송</dc:creator>
  <cp:lastModifiedBy>Hoyoun Song</cp:lastModifiedBy>
  <cp:revision>154</cp:revision>
  <dcterms:created xsi:type="dcterms:W3CDTF">2025-10-15T06:18:25Z</dcterms:created>
  <dcterms:modified xsi:type="dcterms:W3CDTF">2026-02-07T10:50:01Z</dcterms:modified>
</cp:coreProperties>
</file>